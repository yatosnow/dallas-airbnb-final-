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80" y="2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7EA6D4-2B4D-456D-B9BE-5C8D61BFC750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EAF5A60-3B1E-4DD8-B6FF-8324EAABF4A3}">
      <dgm:prSet/>
      <dgm:spPr/>
      <dgm:t>
        <a:bodyPr/>
        <a:lstStyle/>
        <a:p>
          <a:r>
            <a:rPr lang="en-US"/>
            <a:t>Problem Statement</a:t>
          </a:r>
        </a:p>
      </dgm:t>
    </dgm:pt>
    <dgm:pt modelId="{BEC59E89-F94E-4FF9-917B-BFC8E34A6A2A}" type="parTrans" cxnId="{DEA2818E-88AA-4FF3-B57D-3749E0173DF4}">
      <dgm:prSet/>
      <dgm:spPr/>
      <dgm:t>
        <a:bodyPr/>
        <a:lstStyle/>
        <a:p>
          <a:endParaRPr lang="en-US"/>
        </a:p>
      </dgm:t>
    </dgm:pt>
    <dgm:pt modelId="{3C8E0697-451E-40A1-ACF3-525B25A87A9C}" type="sibTrans" cxnId="{DEA2818E-88AA-4FF3-B57D-3749E0173DF4}">
      <dgm:prSet/>
      <dgm:spPr/>
      <dgm:t>
        <a:bodyPr/>
        <a:lstStyle/>
        <a:p>
          <a:endParaRPr lang="en-US"/>
        </a:p>
      </dgm:t>
    </dgm:pt>
    <dgm:pt modelId="{A871C716-7AA3-4B06-BCCF-5FDBE0061A26}">
      <dgm:prSet/>
      <dgm:spPr/>
      <dgm:t>
        <a:bodyPr/>
        <a:lstStyle/>
        <a:p>
          <a:r>
            <a:rPr lang="en-US"/>
            <a:t>Data Understanding &amp; Cleaning</a:t>
          </a:r>
        </a:p>
      </dgm:t>
    </dgm:pt>
    <dgm:pt modelId="{B0D2DA02-778B-464A-94A6-4D90B9A71DC8}" type="parTrans" cxnId="{89059D40-A3BE-42A4-8B00-FE1617A4DDAF}">
      <dgm:prSet/>
      <dgm:spPr/>
      <dgm:t>
        <a:bodyPr/>
        <a:lstStyle/>
        <a:p>
          <a:endParaRPr lang="en-US"/>
        </a:p>
      </dgm:t>
    </dgm:pt>
    <dgm:pt modelId="{E84CC2FD-90D8-4BCF-9448-E28B1A48AE57}" type="sibTrans" cxnId="{89059D40-A3BE-42A4-8B00-FE1617A4DDAF}">
      <dgm:prSet/>
      <dgm:spPr/>
      <dgm:t>
        <a:bodyPr/>
        <a:lstStyle/>
        <a:p>
          <a:endParaRPr lang="en-US"/>
        </a:p>
      </dgm:t>
    </dgm:pt>
    <dgm:pt modelId="{097742CE-8571-4796-8B72-3924AC3F3FB4}">
      <dgm:prSet/>
      <dgm:spPr/>
      <dgm:t>
        <a:bodyPr/>
        <a:lstStyle/>
        <a:p>
          <a:r>
            <a:rPr lang="en-US"/>
            <a:t>Feature Engineering</a:t>
          </a:r>
        </a:p>
      </dgm:t>
    </dgm:pt>
    <dgm:pt modelId="{9ED60FD2-1BDD-4FEA-9965-6F00E1EE301A}" type="parTrans" cxnId="{86F8A642-7C81-4275-9F35-3956BE6C5F5D}">
      <dgm:prSet/>
      <dgm:spPr/>
      <dgm:t>
        <a:bodyPr/>
        <a:lstStyle/>
        <a:p>
          <a:endParaRPr lang="en-US"/>
        </a:p>
      </dgm:t>
    </dgm:pt>
    <dgm:pt modelId="{4AB4786D-E57E-4A75-B0A5-DF93DBDBB0E4}" type="sibTrans" cxnId="{86F8A642-7C81-4275-9F35-3956BE6C5F5D}">
      <dgm:prSet/>
      <dgm:spPr/>
      <dgm:t>
        <a:bodyPr/>
        <a:lstStyle/>
        <a:p>
          <a:endParaRPr lang="en-US"/>
        </a:p>
      </dgm:t>
    </dgm:pt>
    <dgm:pt modelId="{D20D8E7B-30CE-430E-804F-427D2E7A01F6}">
      <dgm:prSet/>
      <dgm:spPr/>
      <dgm:t>
        <a:bodyPr/>
        <a:lstStyle/>
        <a:p>
          <a:r>
            <a:rPr lang="en-US"/>
            <a:t>Exploratory Data Analysis</a:t>
          </a:r>
        </a:p>
      </dgm:t>
    </dgm:pt>
    <dgm:pt modelId="{10F88295-E3D6-4723-8C14-0B936AB51E08}" type="parTrans" cxnId="{D039539F-CE30-4F69-9438-AEEE95E28B00}">
      <dgm:prSet/>
      <dgm:spPr/>
      <dgm:t>
        <a:bodyPr/>
        <a:lstStyle/>
        <a:p>
          <a:endParaRPr lang="en-US"/>
        </a:p>
      </dgm:t>
    </dgm:pt>
    <dgm:pt modelId="{4C49BC22-FB99-49AE-A0B7-8B8F0950ED92}" type="sibTrans" cxnId="{D039539F-CE30-4F69-9438-AEEE95E28B00}">
      <dgm:prSet/>
      <dgm:spPr/>
      <dgm:t>
        <a:bodyPr/>
        <a:lstStyle/>
        <a:p>
          <a:endParaRPr lang="en-US"/>
        </a:p>
      </dgm:t>
    </dgm:pt>
    <dgm:pt modelId="{5A0CB277-D41A-49E0-9933-DC959F371CF7}">
      <dgm:prSet/>
      <dgm:spPr/>
      <dgm:t>
        <a:bodyPr/>
        <a:lstStyle/>
        <a:p>
          <a:r>
            <a:rPr lang="en-US"/>
            <a:t>Modeling Approach &amp; Performance</a:t>
          </a:r>
        </a:p>
      </dgm:t>
    </dgm:pt>
    <dgm:pt modelId="{25B5924A-9219-4347-A1C2-713B342FD6A6}" type="parTrans" cxnId="{AA1A1DC7-99E6-4AC1-A132-D6811DB6375A}">
      <dgm:prSet/>
      <dgm:spPr/>
      <dgm:t>
        <a:bodyPr/>
        <a:lstStyle/>
        <a:p>
          <a:endParaRPr lang="en-US"/>
        </a:p>
      </dgm:t>
    </dgm:pt>
    <dgm:pt modelId="{075D0B04-85E5-455A-B5E5-40560D77E7F8}" type="sibTrans" cxnId="{AA1A1DC7-99E6-4AC1-A132-D6811DB6375A}">
      <dgm:prSet/>
      <dgm:spPr/>
      <dgm:t>
        <a:bodyPr/>
        <a:lstStyle/>
        <a:p>
          <a:endParaRPr lang="en-US"/>
        </a:p>
      </dgm:t>
    </dgm:pt>
    <dgm:pt modelId="{8831FAEB-9053-4568-B7A5-4CA0C43F5E7B}">
      <dgm:prSet/>
      <dgm:spPr/>
      <dgm:t>
        <a:bodyPr/>
        <a:lstStyle/>
        <a:p>
          <a:r>
            <a:rPr lang="en-US"/>
            <a:t>Key Insights &amp; Recommendations</a:t>
          </a:r>
        </a:p>
      </dgm:t>
    </dgm:pt>
    <dgm:pt modelId="{E9BAEB64-F2BE-4CE6-ACD8-230E15ED5E04}" type="parTrans" cxnId="{E50A5448-67B7-456F-80EC-596EF47DC2FA}">
      <dgm:prSet/>
      <dgm:spPr/>
      <dgm:t>
        <a:bodyPr/>
        <a:lstStyle/>
        <a:p>
          <a:endParaRPr lang="en-US"/>
        </a:p>
      </dgm:t>
    </dgm:pt>
    <dgm:pt modelId="{B2F2D6EC-6CA3-42F6-AC60-06EE41913995}" type="sibTrans" cxnId="{E50A5448-67B7-456F-80EC-596EF47DC2FA}">
      <dgm:prSet/>
      <dgm:spPr/>
      <dgm:t>
        <a:bodyPr/>
        <a:lstStyle/>
        <a:p>
          <a:endParaRPr lang="en-US"/>
        </a:p>
      </dgm:t>
    </dgm:pt>
    <dgm:pt modelId="{E36F2B01-4999-495D-BAF6-457169BF3335}">
      <dgm:prSet/>
      <dgm:spPr/>
      <dgm:t>
        <a:bodyPr/>
        <a:lstStyle/>
        <a:p>
          <a:r>
            <a:rPr lang="en-US"/>
            <a:t>Limitations &amp; Future Work</a:t>
          </a:r>
        </a:p>
      </dgm:t>
    </dgm:pt>
    <dgm:pt modelId="{93FBE0C6-4AD8-4D03-813A-CEA2C2C71EA6}" type="parTrans" cxnId="{D87D5687-0BD7-4642-8CED-1AB46F8442DF}">
      <dgm:prSet/>
      <dgm:spPr/>
      <dgm:t>
        <a:bodyPr/>
        <a:lstStyle/>
        <a:p>
          <a:endParaRPr lang="en-US"/>
        </a:p>
      </dgm:t>
    </dgm:pt>
    <dgm:pt modelId="{29A8813C-969A-4FF9-88C1-10D201570CBB}" type="sibTrans" cxnId="{D87D5687-0BD7-4642-8CED-1AB46F8442DF}">
      <dgm:prSet/>
      <dgm:spPr/>
      <dgm:t>
        <a:bodyPr/>
        <a:lstStyle/>
        <a:p>
          <a:endParaRPr lang="en-US"/>
        </a:p>
      </dgm:t>
    </dgm:pt>
    <dgm:pt modelId="{D3315340-C8AD-4BC4-968F-4959C7673319}" type="pres">
      <dgm:prSet presAssocID="{B97EA6D4-2B4D-456D-B9BE-5C8D61BFC750}" presName="diagram" presStyleCnt="0">
        <dgm:presLayoutVars>
          <dgm:dir/>
          <dgm:resizeHandles val="exact"/>
        </dgm:presLayoutVars>
      </dgm:prSet>
      <dgm:spPr/>
    </dgm:pt>
    <dgm:pt modelId="{844A184B-BAC7-44B2-A429-7831A6A9ECBD}" type="pres">
      <dgm:prSet presAssocID="{AEAF5A60-3B1E-4DD8-B6FF-8324EAABF4A3}" presName="node" presStyleLbl="node1" presStyleIdx="0" presStyleCnt="7">
        <dgm:presLayoutVars>
          <dgm:bulletEnabled val="1"/>
        </dgm:presLayoutVars>
      </dgm:prSet>
      <dgm:spPr/>
    </dgm:pt>
    <dgm:pt modelId="{D146A01E-CB6E-4336-9B0B-4537186F78DE}" type="pres">
      <dgm:prSet presAssocID="{3C8E0697-451E-40A1-ACF3-525B25A87A9C}" presName="sibTrans" presStyleCnt="0"/>
      <dgm:spPr/>
    </dgm:pt>
    <dgm:pt modelId="{D7B80119-26AF-4D3D-AB26-825EFF64CA96}" type="pres">
      <dgm:prSet presAssocID="{A871C716-7AA3-4B06-BCCF-5FDBE0061A26}" presName="node" presStyleLbl="node1" presStyleIdx="1" presStyleCnt="7">
        <dgm:presLayoutVars>
          <dgm:bulletEnabled val="1"/>
        </dgm:presLayoutVars>
      </dgm:prSet>
      <dgm:spPr/>
    </dgm:pt>
    <dgm:pt modelId="{7A3A4D55-5358-4D93-AACA-0688381DF5E7}" type="pres">
      <dgm:prSet presAssocID="{E84CC2FD-90D8-4BCF-9448-E28B1A48AE57}" presName="sibTrans" presStyleCnt="0"/>
      <dgm:spPr/>
    </dgm:pt>
    <dgm:pt modelId="{65AD135C-56B3-4B3A-B588-C9D664EE41FC}" type="pres">
      <dgm:prSet presAssocID="{097742CE-8571-4796-8B72-3924AC3F3FB4}" presName="node" presStyleLbl="node1" presStyleIdx="2" presStyleCnt="7">
        <dgm:presLayoutVars>
          <dgm:bulletEnabled val="1"/>
        </dgm:presLayoutVars>
      </dgm:prSet>
      <dgm:spPr/>
    </dgm:pt>
    <dgm:pt modelId="{E997E2FA-4DA8-48F7-9D17-328F6F3D9D31}" type="pres">
      <dgm:prSet presAssocID="{4AB4786D-E57E-4A75-B0A5-DF93DBDBB0E4}" presName="sibTrans" presStyleCnt="0"/>
      <dgm:spPr/>
    </dgm:pt>
    <dgm:pt modelId="{9D968019-EF32-4F7F-8E0E-58A486D22C4C}" type="pres">
      <dgm:prSet presAssocID="{D20D8E7B-30CE-430E-804F-427D2E7A01F6}" presName="node" presStyleLbl="node1" presStyleIdx="3" presStyleCnt="7">
        <dgm:presLayoutVars>
          <dgm:bulletEnabled val="1"/>
        </dgm:presLayoutVars>
      </dgm:prSet>
      <dgm:spPr/>
    </dgm:pt>
    <dgm:pt modelId="{73201ADF-6DE0-414C-A619-8F67D605D1A7}" type="pres">
      <dgm:prSet presAssocID="{4C49BC22-FB99-49AE-A0B7-8B8F0950ED92}" presName="sibTrans" presStyleCnt="0"/>
      <dgm:spPr/>
    </dgm:pt>
    <dgm:pt modelId="{41E97B4A-EB90-4D9F-B7CF-33998708D4C4}" type="pres">
      <dgm:prSet presAssocID="{5A0CB277-D41A-49E0-9933-DC959F371CF7}" presName="node" presStyleLbl="node1" presStyleIdx="4" presStyleCnt="7">
        <dgm:presLayoutVars>
          <dgm:bulletEnabled val="1"/>
        </dgm:presLayoutVars>
      </dgm:prSet>
      <dgm:spPr/>
    </dgm:pt>
    <dgm:pt modelId="{6558C143-51CE-4F99-9529-CCEFDE91FB26}" type="pres">
      <dgm:prSet presAssocID="{075D0B04-85E5-455A-B5E5-40560D77E7F8}" presName="sibTrans" presStyleCnt="0"/>
      <dgm:spPr/>
    </dgm:pt>
    <dgm:pt modelId="{C5758DF8-B2B8-4C01-9C61-D02EC2B4A530}" type="pres">
      <dgm:prSet presAssocID="{8831FAEB-9053-4568-B7A5-4CA0C43F5E7B}" presName="node" presStyleLbl="node1" presStyleIdx="5" presStyleCnt="7">
        <dgm:presLayoutVars>
          <dgm:bulletEnabled val="1"/>
        </dgm:presLayoutVars>
      </dgm:prSet>
      <dgm:spPr/>
    </dgm:pt>
    <dgm:pt modelId="{9E2246AF-4076-4FF5-A6CB-98C0CC9F98D6}" type="pres">
      <dgm:prSet presAssocID="{B2F2D6EC-6CA3-42F6-AC60-06EE41913995}" presName="sibTrans" presStyleCnt="0"/>
      <dgm:spPr/>
    </dgm:pt>
    <dgm:pt modelId="{0142190D-6BA5-46EF-B9B2-953CDEB4358D}" type="pres">
      <dgm:prSet presAssocID="{E36F2B01-4999-495D-BAF6-457169BF3335}" presName="node" presStyleLbl="node1" presStyleIdx="6" presStyleCnt="7">
        <dgm:presLayoutVars>
          <dgm:bulletEnabled val="1"/>
        </dgm:presLayoutVars>
      </dgm:prSet>
      <dgm:spPr/>
    </dgm:pt>
  </dgm:ptLst>
  <dgm:cxnLst>
    <dgm:cxn modelId="{3992BD03-164D-4740-8601-EE86A05B29DE}" type="presOf" srcId="{D20D8E7B-30CE-430E-804F-427D2E7A01F6}" destId="{9D968019-EF32-4F7F-8E0E-58A486D22C4C}" srcOrd="0" destOrd="0" presId="urn:microsoft.com/office/officeart/2005/8/layout/default"/>
    <dgm:cxn modelId="{4FFBDB11-1BE8-48D3-9CDF-4ACD1C7AA146}" type="presOf" srcId="{5A0CB277-D41A-49E0-9933-DC959F371CF7}" destId="{41E97B4A-EB90-4D9F-B7CF-33998708D4C4}" srcOrd="0" destOrd="0" presId="urn:microsoft.com/office/officeart/2005/8/layout/default"/>
    <dgm:cxn modelId="{83AD5839-C84B-4B0F-8922-D4376A6CE048}" type="presOf" srcId="{AEAF5A60-3B1E-4DD8-B6FF-8324EAABF4A3}" destId="{844A184B-BAC7-44B2-A429-7831A6A9ECBD}" srcOrd="0" destOrd="0" presId="urn:microsoft.com/office/officeart/2005/8/layout/default"/>
    <dgm:cxn modelId="{89059D40-A3BE-42A4-8B00-FE1617A4DDAF}" srcId="{B97EA6D4-2B4D-456D-B9BE-5C8D61BFC750}" destId="{A871C716-7AA3-4B06-BCCF-5FDBE0061A26}" srcOrd="1" destOrd="0" parTransId="{B0D2DA02-778B-464A-94A6-4D90B9A71DC8}" sibTransId="{E84CC2FD-90D8-4BCF-9448-E28B1A48AE57}"/>
    <dgm:cxn modelId="{86F8A642-7C81-4275-9F35-3956BE6C5F5D}" srcId="{B97EA6D4-2B4D-456D-B9BE-5C8D61BFC750}" destId="{097742CE-8571-4796-8B72-3924AC3F3FB4}" srcOrd="2" destOrd="0" parTransId="{9ED60FD2-1BDD-4FEA-9965-6F00E1EE301A}" sibTransId="{4AB4786D-E57E-4A75-B0A5-DF93DBDBB0E4}"/>
    <dgm:cxn modelId="{E50A5448-67B7-456F-80EC-596EF47DC2FA}" srcId="{B97EA6D4-2B4D-456D-B9BE-5C8D61BFC750}" destId="{8831FAEB-9053-4568-B7A5-4CA0C43F5E7B}" srcOrd="5" destOrd="0" parTransId="{E9BAEB64-F2BE-4CE6-ACD8-230E15ED5E04}" sibTransId="{B2F2D6EC-6CA3-42F6-AC60-06EE41913995}"/>
    <dgm:cxn modelId="{E718CA54-A14F-4616-ACE2-3CB6F48AB512}" type="presOf" srcId="{8831FAEB-9053-4568-B7A5-4CA0C43F5E7B}" destId="{C5758DF8-B2B8-4C01-9C61-D02EC2B4A530}" srcOrd="0" destOrd="0" presId="urn:microsoft.com/office/officeart/2005/8/layout/default"/>
    <dgm:cxn modelId="{FCEC937C-CF96-48BA-BFEE-6E49DE537F5F}" type="presOf" srcId="{B97EA6D4-2B4D-456D-B9BE-5C8D61BFC750}" destId="{D3315340-C8AD-4BC4-968F-4959C7673319}" srcOrd="0" destOrd="0" presId="urn:microsoft.com/office/officeart/2005/8/layout/default"/>
    <dgm:cxn modelId="{1199B682-793C-46E4-8ADB-6639B5A9392A}" type="presOf" srcId="{A871C716-7AA3-4B06-BCCF-5FDBE0061A26}" destId="{D7B80119-26AF-4D3D-AB26-825EFF64CA96}" srcOrd="0" destOrd="0" presId="urn:microsoft.com/office/officeart/2005/8/layout/default"/>
    <dgm:cxn modelId="{D87D5687-0BD7-4642-8CED-1AB46F8442DF}" srcId="{B97EA6D4-2B4D-456D-B9BE-5C8D61BFC750}" destId="{E36F2B01-4999-495D-BAF6-457169BF3335}" srcOrd="6" destOrd="0" parTransId="{93FBE0C6-4AD8-4D03-813A-CEA2C2C71EA6}" sibTransId="{29A8813C-969A-4FF9-88C1-10D201570CBB}"/>
    <dgm:cxn modelId="{DEA2818E-88AA-4FF3-B57D-3749E0173DF4}" srcId="{B97EA6D4-2B4D-456D-B9BE-5C8D61BFC750}" destId="{AEAF5A60-3B1E-4DD8-B6FF-8324EAABF4A3}" srcOrd="0" destOrd="0" parTransId="{BEC59E89-F94E-4FF9-917B-BFC8E34A6A2A}" sibTransId="{3C8E0697-451E-40A1-ACF3-525B25A87A9C}"/>
    <dgm:cxn modelId="{0519F693-242C-4C2C-B632-7736E9D6CF27}" type="presOf" srcId="{097742CE-8571-4796-8B72-3924AC3F3FB4}" destId="{65AD135C-56B3-4B3A-B588-C9D664EE41FC}" srcOrd="0" destOrd="0" presId="urn:microsoft.com/office/officeart/2005/8/layout/default"/>
    <dgm:cxn modelId="{D039539F-CE30-4F69-9438-AEEE95E28B00}" srcId="{B97EA6D4-2B4D-456D-B9BE-5C8D61BFC750}" destId="{D20D8E7B-30CE-430E-804F-427D2E7A01F6}" srcOrd="3" destOrd="0" parTransId="{10F88295-E3D6-4723-8C14-0B936AB51E08}" sibTransId="{4C49BC22-FB99-49AE-A0B7-8B8F0950ED92}"/>
    <dgm:cxn modelId="{AA1A1DC7-99E6-4AC1-A132-D6811DB6375A}" srcId="{B97EA6D4-2B4D-456D-B9BE-5C8D61BFC750}" destId="{5A0CB277-D41A-49E0-9933-DC959F371CF7}" srcOrd="4" destOrd="0" parTransId="{25B5924A-9219-4347-A1C2-713B342FD6A6}" sibTransId="{075D0B04-85E5-455A-B5E5-40560D77E7F8}"/>
    <dgm:cxn modelId="{55CB81DD-5E82-4179-B1A9-4D326851F49C}" type="presOf" srcId="{E36F2B01-4999-495D-BAF6-457169BF3335}" destId="{0142190D-6BA5-46EF-B9B2-953CDEB4358D}" srcOrd="0" destOrd="0" presId="urn:microsoft.com/office/officeart/2005/8/layout/default"/>
    <dgm:cxn modelId="{92AFCF70-0D15-46FE-B6BC-BCD55DCAB9DF}" type="presParOf" srcId="{D3315340-C8AD-4BC4-968F-4959C7673319}" destId="{844A184B-BAC7-44B2-A429-7831A6A9ECBD}" srcOrd="0" destOrd="0" presId="urn:microsoft.com/office/officeart/2005/8/layout/default"/>
    <dgm:cxn modelId="{E5D6E5CE-3A5E-4458-A252-5FA49A5B2301}" type="presParOf" srcId="{D3315340-C8AD-4BC4-968F-4959C7673319}" destId="{D146A01E-CB6E-4336-9B0B-4537186F78DE}" srcOrd="1" destOrd="0" presId="urn:microsoft.com/office/officeart/2005/8/layout/default"/>
    <dgm:cxn modelId="{D908363A-F023-4CFA-A79C-BC9C8EE2901A}" type="presParOf" srcId="{D3315340-C8AD-4BC4-968F-4959C7673319}" destId="{D7B80119-26AF-4D3D-AB26-825EFF64CA96}" srcOrd="2" destOrd="0" presId="urn:microsoft.com/office/officeart/2005/8/layout/default"/>
    <dgm:cxn modelId="{54121809-0F62-4707-B723-CF221DB74345}" type="presParOf" srcId="{D3315340-C8AD-4BC4-968F-4959C7673319}" destId="{7A3A4D55-5358-4D93-AACA-0688381DF5E7}" srcOrd="3" destOrd="0" presId="urn:microsoft.com/office/officeart/2005/8/layout/default"/>
    <dgm:cxn modelId="{28344091-FE02-4A50-9BFF-AACFBB070200}" type="presParOf" srcId="{D3315340-C8AD-4BC4-968F-4959C7673319}" destId="{65AD135C-56B3-4B3A-B588-C9D664EE41FC}" srcOrd="4" destOrd="0" presId="urn:microsoft.com/office/officeart/2005/8/layout/default"/>
    <dgm:cxn modelId="{DE0BA8CB-2EC4-4481-A8F9-D262FC9B8E6A}" type="presParOf" srcId="{D3315340-C8AD-4BC4-968F-4959C7673319}" destId="{E997E2FA-4DA8-48F7-9D17-328F6F3D9D31}" srcOrd="5" destOrd="0" presId="urn:microsoft.com/office/officeart/2005/8/layout/default"/>
    <dgm:cxn modelId="{51A4B1EC-739B-412F-B22F-2A7EE10E5A87}" type="presParOf" srcId="{D3315340-C8AD-4BC4-968F-4959C7673319}" destId="{9D968019-EF32-4F7F-8E0E-58A486D22C4C}" srcOrd="6" destOrd="0" presId="urn:microsoft.com/office/officeart/2005/8/layout/default"/>
    <dgm:cxn modelId="{80A16C7E-FA00-47E6-B122-5C63162C0C59}" type="presParOf" srcId="{D3315340-C8AD-4BC4-968F-4959C7673319}" destId="{73201ADF-6DE0-414C-A619-8F67D605D1A7}" srcOrd="7" destOrd="0" presId="urn:microsoft.com/office/officeart/2005/8/layout/default"/>
    <dgm:cxn modelId="{4526435A-F7C3-4AFC-B3D1-904B4945C278}" type="presParOf" srcId="{D3315340-C8AD-4BC4-968F-4959C7673319}" destId="{41E97B4A-EB90-4D9F-B7CF-33998708D4C4}" srcOrd="8" destOrd="0" presId="urn:microsoft.com/office/officeart/2005/8/layout/default"/>
    <dgm:cxn modelId="{7824B4DA-BF0F-4D98-A31F-0F2A3CF07CE7}" type="presParOf" srcId="{D3315340-C8AD-4BC4-968F-4959C7673319}" destId="{6558C143-51CE-4F99-9529-CCEFDE91FB26}" srcOrd="9" destOrd="0" presId="urn:microsoft.com/office/officeart/2005/8/layout/default"/>
    <dgm:cxn modelId="{C520B924-AC3D-4E4D-BB78-665E4E0BF300}" type="presParOf" srcId="{D3315340-C8AD-4BC4-968F-4959C7673319}" destId="{C5758DF8-B2B8-4C01-9C61-D02EC2B4A530}" srcOrd="10" destOrd="0" presId="urn:microsoft.com/office/officeart/2005/8/layout/default"/>
    <dgm:cxn modelId="{C7DA56F5-CD96-4B08-AB0B-34774D765775}" type="presParOf" srcId="{D3315340-C8AD-4BC4-968F-4959C7673319}" destId="{9E2246AF-4076-4FF5-A6CB-98C0CC9F98D6}" srcOrd="11" destOrd="0" presId="urn:microsoft.com/office/officeart/2005/8/layout/default"/>
    <dgm:cxn modelId="{07CD190C-3106-44A2-894F-19E419330CCC}" type="presParOf" srcId="{D3315340-C8AD-4BC4-968F-4959C7673319}" destId="{0142190D-6BA5-46EF-B9B2-953CDEB4358D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0607E6-731F-4637-8BF8-6CB404402BA4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379E62E-8BE7-4549-A594-BA3F94146FCD}">
      <dgm:prSet/>
      <dgm:spPr/>
      <dgm:t>
        <a:bodyPr/>
        <a:lstStyle/>
        <a:p>
          <a:r>
            <a:rPr lang="en-US"/>
            <a:t>Predict</a:t>
          </a:r>
        </a:p>
      </dgm:t>
    </dgm:pt>
    <dgm:pt modelId="{AE4764F3-995F-490B-A1FA-8BAFC38245C0}" type="parTrans" cxnId="{F9F99B01-0C1B-4F83-AD44-02F9C4137493}">
      <dgm:prSet/>
      <dgm:spPr/>
      <dgm:t>
        <a:bodyPr/>
        <a:lstStyle/>
        <a:p>
          <a:endParaRPr lang="en-US"/>
        </a:p>
      </dgm:t>
    </dgm:pt>
    <dgm:pt modelId="{CC4E0DF6-1C76-4D26-A093-45982ECEBCBA}" type="sibTrans" cxnId="{F9F99B01-0C1B-4F83-AD44-02F9C4137493}">
      <dgm:prSet/>
      <dgm:spPr/>
      <dgm:t>
        <a:bodyPr/>
        <a:lstStyle/>
        <a:p>
          <a:endParaRPr lang="en-US"/>
        </a:p>
      </dgm:t>
    </dgm:pt>
    <dgm:pt modelId="{F5943F6A-87A1-43C5-A377-7A79CBC3366B}">
      <dgm:prSet/>
      <dgm:spPr/>
      <dgm:t>
        <a:bodyPr/>
        <a:lstStyle/>
        <a:p>
          <a:r>
            <a:rPr lang="en-US"/>
            <a:t>Predict annual potential revenue for Dallas Airbnb listings.</a:t>
          </a:r>
        </a:p>
      </dgm:t>
    </dgm:pt>
    <dgm:pt modelId="{43A08921-5B26-401B-AC13-166209B2175E}" type="parTrans" cxnId="{064AB198-6269-499A-A798-1AEB593B209C}">
      <dgm:prSet/>
      <dgm:spPr/>
      <dgm:t>
        <a:bodyPr/>
        <a:lstStyle/>
        <a:p>
          <a:endParaRPr lang="en-US"/>
        </a:p>
      </dgm:t>
    </dgm:pt>
    <dgm:pt modelId="{A733F989-36EF-4AE0-A1AA-AB298833772F}" type="sibTrans" cxnId="{064AB198-6269-499A-A798-1AEB593B209C}">
      <dgm:prSet/>
      <dgm:spPr/>
      <dgm:t>
        <a:bodyPr/>
        <a:lstStyle/>
        <a:p>
          <a:endParaRPr lang="en-US"/>
        </a:p>
      </dgm:t>
    </dgm:pt>
    <dgm:pt modelId="{6AB9D003-5D90-4FC1-90B0-E27F4971553E}">
      <dgm:prSet/>
      <dgm:spPr/>
      <dgm:t>
        <a:bodyPr/>
        <a:lstStyle/>
        <a:p>
          <a:r>
            <a:rPr lang="en-US"/>
            <a:t>Identify</a:t>
          </a:r>
        </a:p>
      </dgm:t>
    </dgm:pt>
    <dgm:pt modelId="{021A1156-221F-4FBE-9963-CB1D623A17AB}" type="parTrans" cxnId="{19231F47-3DEE-45AE-841F-FF26DC6621FB}">
      <dgm:prSet/>
      <dgm:spPr/>
      <dgm:t>
        <a:bodyPr/>
        <a:lstStyle/>
        <a:p>
          <a:endParaRPr lang="en-US"/>
        </a:p>
      </dgm:t>
    </dgm:pt>
    <dgm:pt modelId="{91CF2FE3-4612-4952-BF2C-C4E3F4A53C2D}" type="sibTrans" cxnId="{19231F47-3DEE-45AE-841F-FF26DC6621FB}">
      <dgm:prSet/>
      <dgm:spPr/>
      <dgm:t>
        <a:bodyPr/>
        <a:lstStyle/>
        <a:p>
          <a:endParaRPr lang="en-US"/>
        </a:p>
      </dgm:t>
    </dgm:pt>
    <dgm:pt modelId="{92FCA360-BCDC-47A8-82E4-F47D101BF812}">
      <dgm:prSet/>
      <dgm:spPr/>
      <dgm:t>
        <a:bodyPr/>
        <a:lstStyle/>
        <a:p>
          <a:r>
            <a:rPr lang="en-US"/>
            <a:t>Identify key drivers affecting listing performance.</a:t>
          </a:r>
        </a:p>
      </dgm:t>
    </dgm:pt>
    <dgm:pt modelId="{A38D41E8-A67B-4C56-9C04-A92C35B1A0CE}" type="parTrans" cxnId="{FE893BD2-2972-4585-90F6-223E9888235B}">
      <dgm:prSet/>
      <dgm:spPr/>
      <dgm:t>
        <a:bodyPr/>
        <a:lstStyle/>
        <a:p>
          <a:endParaRPr lang="en-US"/>
        </a:p>
      </dgm:t>
    </dgm:pt>
    <dgm:pt modelId="{FF77AB33-B1AE-4ED7-9E35-B3313C6D68EE}" type="sibTrans" cxnId="{FE893BD2-2972-4585-90F6-223E9888235B}">
      <dgm:prSet/>
      <dgm:spPr/>
      <dgm:t>
        <a:bodyPr/>
        <a:lstStyle/>
        <a:p>
          <a:endParaRPr lang="en-US"/>
        </a:p>
      </dgm:t>
    </dgm:pt>
    <dgm:pt modelId="{81F1ECAF-01D5-4B99-AF05-44AC73A55E08}">
      <dgm:prSet/>
      <dgm:spPr/>
      <dgm:t>
        <a:bodyPr/>
        <a:lstStyle/>
        <a:p>
          <a:r>
            <a:rPr lang="en-US"/>
            <a:t>Support</a:t>
          </a:r>
        </a:p>
      </dgm:t>
    </dgm:pt>
    <dgm:pt modelId="{9F499672-3706-4737-9BB0-41FF51D0DD8F}" type="parTrans" cxnId="{8B8E3C51-26F4-4545-BB09-098694B55287}">
      <dgm:prSet/>
      <dgm:spPr/>
      <dgm:t>
        <a:bodyPr/>
        <a:lstStyle/>
        <a:p>
          <a:endParaRPr lang="en-US"/>
        </a:p>
      </dgm:t>
    </dgm:pt>
    <dgm:pt modelId="{4943A0EA-6258-4080-B12B-71857826FAFF}" type="sibTrans" cxnId="{8B8E3C51-26F4-4545-BB09-098694B55287}">
      <dgm:prSet/>
      <dgm:spPr/>
      <dgm:t>
        <a:bodyPr/>
        <a:lstStyle/>
        <a:p>
          <a:endParaRPr lang="en-US"/>
        </a:p>
      </dgm:t>
    </dgm:pt>
    <dgm:pt modelId="{6BD11E27-6839-4DE2-B7F9-38C67E722436}">
      <dgm:prSet/>
      <dgm:spPr/>
      <dgm:t>
        <a:bodyPr/>
        <a:lstStyle/>
        <a:p>
          <a:r>
            <a:rPr lang="en-US"/>
            <a:t>Support investors and hosts with data-driven insights.</a:t>
          </a:r>
        </a:p>
      </dgm:t>
    </dgm:pt>
    <dgm:pt modelId="{E8AC2F30-C484-480F-8962-81F004F571F6}" type="parTrans" cxnId="{48FAD4A5-7C01-40CA-92DE-471E1D97BB8C}">
      <dgm:prSet/>
      <dgm:spPr/>
      <dgm:t>
        <a:bodyPr/>
        <a:lstStyle/>
        <a:p>
          <a:endParaRPr lang="en-US"/>
        </a:p>
      </dgm:t>
    </dgm:pt>
    <dgm:pt modelId="{6D63461E-4D0F-4E35-B1F0-EBDACE806906}" type="sibTrans" cxnId="{48FAD4A5-7C01-40CA-92DE-471E1D97BB8C}">
      <dgm:prSet/>
      <dgm:spPr/>
      <dgm:t>
        <a:bodyPr/>
        <a:lstStyle/>
        <a:p>
          <a:endParaRPr lang="en-US"/>
        </a:p>
      </dgm:t>
    </dgm:pt>
    <dgm:pt modelId="{C8C9A2D3-53A2-4D53-9435-1F71C0894C48}" type="pres">
      <dgm:prSet presAssocID="{DF0607E6-731F-4637-8BF8-6CB404402BA4}" presName="vert0" presStyleCnt="0">
        <dgm:presLayoutVars>
          <dgm:dir/>
          <dgm:animOne val="branch"/>
          <dgm:animLvl val="lvl"/>
        </dgm:presLayoutVars>
      </dgm:prSet>
      <dgm:spPr/>
    </dgm:pt>
    <dgm:pt modelId="{EA3ED1C7-B725-47F2-BAC7-5C8F6F7D3544}" type="pres">
      <dgm:prSet presAssocID="{5379E62E-8BE7-4549-A594-BA3F94146FCD}" presName="thickLine" presStyleLbl="alignNode1" presStyleIdx="0" presStyleCnt="3"/>
      <dgm:spPr/>
    </dgm:pt>
    <dgm:pt modelId="{05CFF786-04A1-47B0-A03E-CCBB8EC8E2DC}" type="pres">
      <dgm:prSet presAssocID="{5379E62E-8BE7-4549-A594-BA3F94146FCD}" presName="horz1" presStyleCnt="0"/>
      <dgm:spPr/>
    </dgm:pt>
    <dgm:pt modelId="{AEF26A15-55B0-4FBA-ACBB-54230DCDC996}" type="pres">
      <dgm:prSet presAssocID="{5379E62E-8BE7-4549-A594-BA3F94146FCD}" presName="tx1" presStyleLbl="revTx" presStyleIdx="0" presStyleCnt="6"/>
      <dgm:spPr/>
    </dgm:pt>
    <dgm:pt modelId="{B24FAC3A-4D12-4621-A901-91FF4014A5B1}" type="pres">
      <dgm:prSet presAssocID="{5379E62E-8BE7-4549-A594-BA3F94146FCD}" presName="vert1" presStyleCnt="0"/>
      <dgm:spPr/>
    </dgm:pt>
    <dgm:pt modelId="{C16433C4-DA0F-4571-821C-F77DF7069C51}" type="pres">
      <dgm:prSet presAssocID="{F5943F6A-87A1-43C5-A377-7A79CBC3366B}" presName="vertSpace2a" presStyleCnt="0"/>
      <dgm:spPr/>
    </dgm:pt>
    <dgm:pt modelId="{8BA0F2BB-C657-4BE7-ABFA-66DAD23E1B77}" type="pres">
      <dgm:prSet presAssocID="{F5943F6A-87A1-43C5-A377-7A79CBC3366B}" presName="horz2" presStyleCnt="0"/>
      <dgm:spPr/>
    </dgm:pt>
    <dgm:pt modelId="{6611CA6B-C7FD-4E88-BC1B-5C9626D52A16}" type="pres">
      <dgm:prSet presAssocID="{F5943F6A-87A1-43C5-A377-7A79CBC3366B}" presName="horzSpace2" presStyleCnt="0"/>
      <dgm:spPr/>
    </dgm:pt>
    <dgm:pt modelId="{1F062CFD-AF38-48F8-ACFD-F7EF20E9E995}" type="pres">
      <dgm:prSet presAssocID="{F5943F6A-87A1-43C5-A377-7A79CBC3366B}" presName="tx2" presStyleLbl="revTx" presStyleIdx="1" presStyleCnt="6"/>
      <dgm:spPr/>
    </dgm:pt>
    <dgm:pt modelId="{F81DF632-CD42-4952-901A-3C5B504EAADD}" type="pres">
      <dgm:prSet presAssocID="{F5943F6A-87A1-43C5-A377-7A79CBC3366B}" presName="vert2" presStyleCnt="0"/>
      <dgm:spPr/>
    </dgm:pt>
    <dgm:pt modelId="{32BAC9A1-9077-4F5A-B929-DF6BA1E5BCA7}" type="pres">
      <dgm:prSet presAssocID="{F5943F6A-87A1-43C5-A377-7A79CBC3366B}" presName="thinLine2b" presStyleLbl="callout" presStyleIdx="0" presStyleCnt="3"/>
      <dgm:spPr/>
    </dgm:pt>
    <dgm:pt modelId="{E001AA6D-403B-4D99-8A90-76B4851514A0}" type="pres">
      <dgm:prSet presAssocID="{F5943F6A-87A1-43C5-A377-7A79CBC3366B}" presName="vertSpace2b" presStyleCnt="0"/>
      <dgm:spPr/>
    </dgm:pt>
    <dgm:pt modelId="{8730A0F4-4AE7-4EE6-B2D5-750C6233CA25}" type="pres">
      <dgm:prSet presAssocID="{6AB9D003-5D90-4FC1-90B0-E27F4971553E}" presName="thickLine" presStyleLbl="alignNode1" presStyleIdx="1" presStyleCnt="3"/>
      <dgm:spPr/>
    </dgm:pt>
    <dgm:pt modelId="{08247C3F-E6DB-429B-AAA4-8C88619DCBF3}" type="pres">
      <dgm:prSet presAssocID="{6AB9D003-5D90-4FC1-90B0-E27F4971553E}" presName="horz1" presStyleCnt="0"/>
      <dgm:spPr/>
    </dgm:pt>
    <dgm:pt modelId="{82297AF5-2632-4C5D-A2EA-23A0004A5B9C}" type="pres">
      <dgm:prSet presAssocID="{6AB9D003-5D90-4FC1-90B0-E27F4971553E}" presName="tx1" presStyleLbl="revTx" presStyleIdx="2" presStyleCnt="6"/>
      <dgm:spPr/>
    </dgm:pt>
    <dgm:pt modelId="{8C0AE97C-B088-4EF1-BF1E-4B7DA73CC2F0}" type="pres">
      <dgm:prSet presAssocID="{6AB9D003-5D90-4FC1-90B0-E27F4971553E}" presName="vert1" presStyleCnt="0"/>
      <dgm:spPr/>
    </dgm:pt>
    <dgm:pt modelId="{96ACE07E-CFCA-4060-A8BF-C720DA0B5A43}" type="pres">
      <dgm:prSet presAssocID="{92FCA360-BCDC-47A8-82E4-F47D101BF812}" presName="vertSpace2a" presStyleCnt="0"/>
      <dgm:spPr/>
    </dgm:pt>
    <dgm:pt modelId="{B4B012C3-F7DD-457B-8F38-4927342E7572}" type="pres">
      <dgm:prSet presAssocID="{92FCA360-BCDC-47A8-82E4-F47D101BF812}" presName="horz2" presStyleCnt="0"/>
      <dgm:spPr/>
    </dgm:pt>
    <dgm:pt modelId="{75A83967-B72B-4CDE-BDB2-A28D93B00F28}" type="pres">
      <dgm:prSet presAssocID="{92FCA360-BCDC-47A8-82E4-F47D101BF812}" presName="horzSpace2" presStyleCnt="0"/>
      <dgm:spPr/>
    </dgm:pt>
    <dgm:pt modelId="{AFD30AC1-31FC-4F25-B56B-6FA113738C25}" type="pres">
      <dgm:prSet presAssocID="{92FCA360-BCDC-47A8-82E4-F47D101BF812}" presName="tx2" presStyleLbl="revTx" presStyleIdx="3" presStyleCnt="6"/>
      <dgm:spPr/>
    </dgm:pt>
    <dgm:pt modelId="{8E061BFA-E0FA-4D30-B0DE-B2BF15B5481C}" type="pres">
      <dgm:prSet presAssocID="{92FCA360-BCDC-47A8-82E4-F47D101BF812}" presName="vert2" presStyleCnt="0"/>
      <dgm:spPr/>
    </dgm:pt>
    <dgm:pt modelId="{68EC342B-1CF8-4FF3-BC2C-F9027E65A424}" type="pres">
      <dgm:prSet presAssocID="{92FCA360-BCDC-47A8-82E4-F47D101BF812}" presName="thinLine2b" presStyleLbl="callout" presStyleIdx="1" presStyleCnt="3"/>
      <dgm:spPr/>
    </dgm:pt>
    <dgm:pt modelId="{E0864CE5-17AF-4F39-B379-A9C2EC83A345}" type="pres">
      <dgm:prSet presAssocID="{92FCA360-BCDC-47A8-82E4-F47D101BF812}" presName="vertSpace2b" presStyleCnt="0"/>
      <dgm:spPr/>
    </dgm:pt>
    <dgm:pt modelId="{5BB6799E-CBB8-42ED-B50B-BFAC1449A088}" type="pres">
      <dgm:prSet presAssocID="{81F1ECAF-01D5-4B99-AF05-44AC73A55E08}" presName="thickLine" presStyleLbl="alignNode1" presStyleIdx="2" presStyleCnt="3"/>
      <dgm:spPr/>
    </dgm:pt>
    <dgm:pt modelId="{226602A7-298A-4EA5-A8AD-E68E1A7FA752}" type="pres">
      <dgm:prSet presAssocID="{81F1ECAF-01D5-4B99-AF05-44AC73A55E08}" presName="horz1" presStyleCnt="0"/>
      <dgm:spPr/>
    </dgm:pt>
    <dgm:pt modelId="{844190C3-EB6D-4940-A4BB-43D7FF4BF0AA}" type="pres">
      <dgm:prSet presAssocID="{81F1ECAF-01D5-4B99-AF05-44AC73A55E08}" presName="tx1" presStyleLbl="revTx" presStyleIdx="4" presStyleCnt="6"/>
      <dgm:spPr/>
    </dgm:pt>
    <dgm:pt modelId="{90B89699-DDE5-4A90-B19C-A932903626B9}" type="pres">
      <dgm:prSet presAssocID="{81F1ECAF-01D5-4B99-AF05-44AC73A55E08}" presName="vert1" presStyleCnt="0"/>
      <dgm:spPr/>
    </dgm:pt>
    <dgm:pt modelId="{89D877D1-BF24-4216-A535-BB66CA910841}" type="pres">
      <dgm:prSet presAssocID="{6BD11E27-6839-4DE2-B7F9-38C67E722436}" presName="vertSpace2a" presStyleCnt="0"/>
      <dgm:spPr/>
    </dgm:pt>
    <dgm:pt modelId="{55C3EAA6-325B-46BE-9C44-16938774EBE5}" type="pres">
      <dgm:prSet presAssocID="{6BD11E27-6839-4DE2-B7F9-38C67E722436}" presName="horz2" presStyleCnt="0"/>
      <dgm:spPr/>
    </dgm:pt>
    <dgm:pt modelId="{6DF80596-E65D-430E-8983-A775E028744D}" type="pres">
      <dgm:prSet presAssocID="{6BD11E27-6839-4DE2-B7F9-38C67E722436}" presName="horzSpace2" presStyleCnt="0"/>
      <dgm:spPr/>
    </dgm:pt>
    <dgm:pt modelId="{B9BCB4A2-053D-4AD1-8054-412222E28B54}" type="pres">
      <dgm:prSet presAssocID="{6BD11E27-6839-4DE2-B7F9-38C67E722436}" presName="tx2" presStyleLbl="revTx" presStyleIdx="5" presStyleCnt="6"/>
      <dgm:spPr/>
    </dgm:pt>
    <dgm:pt modelId="{02FE8F42-F0FF-408E-A376-23B42384D45A}" type="pres">
      <dgm:prSet presAssocID="{6BD11E27-6839-4DE2-B7F9-38C67E722436}" presName="vert2" presStyleCnt="0"/>
      <dgm:spPr/>
    </dgm:pt>
    <dgm:pt modelId="{B182C41E-85BF-4F81-BC40-46C26A0F7532}" type="pres">
      <dgm:prSet presAssocID="{6BD11E27-6839-4DE2-B7F9-38C67E722436}" presName="thinLine2b" presStyleLbl="callout" presStyleIdx="2" presStyleCnt="3"/>
      <dgm:spPr/>
    </dgm:pt>
    <dgm:pt modelId="{745A030F-BA3C-4585-AE4A-C369E1CD10A6}" type="pres">
      <dgm:prSet presAssocID="{6BD11E27-6839-4DE2-B7F9-38C67E722436}" presName="vertSpace2b" presStyleCnt="0"/>
      <dgm:spPr/>
    </dgm:pt>
  </dgm:ptLst>
  <dgm:cxnLst>
    <dgm:cxn modelId="{F9F99B01-0C1B-4F83-AD44-02F9C4137493}" srcId="{DF0607E6-731F-4637-8BF8-6CB404402BA4}" destId="{5379E62E-8BE7-4549-A594-BA3F94146FCD}" srcOrd="0" destOrd="0" parTransId="{AE4764F3-995F-490B-A1FA-8BAFC38245C0}" sibTransId="{CC4E0DF6-1C76-4D26-A093-45982ECEBCBA}"/>
    <dgm:cxn modelId="{DD4C4733-0552-4B44-A03B-BE6993863C02}" type="presOf" srcId="{DF0607E6-731F-4637-8BF8-6CB404402BA4}" destId="{C8C9A2D3-53A2-4D53-9435-1F71C0894C48}" srcOrd="0" destOrd="0" presId="urn:microsoft.com/office/officeart/2008/layout/LinedList"/>
    <dgm:cxn modelId="{01E91842-8200-4B57-9443-F663C85D1973}" type="presOf" srcId="{81F1ECAF-01D5-4B99-AF05-44AC73A55E08}" destId="{844190C3-EB6D-4940-A4BB-43D7FF4BF0AA}" srcOrd="0" destOrd="0" presId="urn:microsoft.com/office/officeart/2008/layout/LinedList"/>
    <dgm:cxn modelId="{60B8A666-AEF2-4512-BEBE-88F486BE9049}" type="presOf" srcId="{F5943F6A-87A1-43C5-A377-7A79CBC3366B}" destId="{1F062CFD-AF38-48F8-ACFD-F7EF20E9E995}" srcOrd="0" destOrd="0" presId="urn:microsoft.com/office/officeart/2008/layout/LinedList"/>
    <dgm:cxn modelId="{19231F47-3DEE-45AE-841F-FF26DC6621FB}" srcId="{DF0607E6-731F-4637-8BF8-6CB404402BA4}" destId="{6AB9D003-5D90-4FC1-90B0-E27F4971553E}" srcOrd="1" destOrd="0" parTransId="{021A1156-221F-4FBE-9963-CB1D623A17AB}" sibTransId="{91CF2FE3-4612-4952-BF2C-C4E3F4A53C2D}"/>
    <dgm:cxn modelId="{8B8E3C51-26F4-4545-BB09-098694B55287}" srcId="{DF0607E6-731F-4637-8BF8-6CB404402BA4}" destId="{81F1ECAF-01D5-4B99-AF05-44AC73A55E08}" srcOrd="2" destOrd="0" parTransId="{9F499672-3706-4737-9BB0-41FF51D0DD8F}" sibTransId="{4943A0EA-6258-4080-B12B-71857826FAFF}"/>
    <dgm:cxn modelId="{064AB198-6269-499A-A798-1AEB593B209C}" srcId="{5379E62E-8BE7-4549-A594-BA3F94146FCD}" destId="{F5943F6A-87A1-43C5-A377-7A79CBC3366B}" srcOrd="0" destOrd="0" parTransId="{43A08921-5B26-401B-AC13-166209B2175E}" sibTransId="{A733F989-36EF-4AE0-A1AA-AB298833772F}"/>
    <dgm:cxn modelId="{48FAD4A5-7C01-40CA-92DE-471E1D97BB8C}" srcId="{81F1ECAF-01D5-4B99-AF05-44AC73A55E08}" destId="{6BD11E27-6839-4DE2-B7F9-38C67E722436}" srcOrd="0" destOrd="0" parTransId="{E8AC2F30-C484-480F-8962-81F004F571F6}" sibTransId="{6D63461E-4D0F-4E35-B1F0-EBDACE806906}"/>
    <dgm:cxn modelId="{0EBC73C2-C9A6-4CCF-A5FF-5E5AAC6B1956}" type="presOf" srcId="{6BD11E27-6839-4DE2-B7F9-38C67E722436}" destId="{B9BCB4A2-053D-4AD1-8054-412222E28B54}" srcOrd="0" destOrd="0" presId="urn:microsoft.com/office/officeart/2008/layout/LinedList"/>
    <dgm:cxn modelId="{7B3A43C3-42D8-4691-AEB6-0ED24CBA9170}" type="presOf" srcId="{92FCA360-BCDC-47A8-82E4-F47D101BF812}" destId="{AFD30AC1-31FC-4F25-B56B-6FA113738C25}" srcOrd="0" destOrd="0" presId="urn:microsoft.com/office/officeart/2008/layout/LinedList"/>
    <dgm:cxn modelId="{FE893BD2-2972-4585-90F6-223E9888235B}" srcId="{6AB9D003-5D90-4FC1-90B0-E27F4971553E}" destId="{92FCA360-BCDC-47A8-82E4-F47D101BF812}" srcOrd="0" destOrd="0" parTransId="{A38D41E8-A67B-4C56-9C04-A92C35B1A0CE}" sibTransId="{FF77AB33-B1AE-4ED7-9E35-B3313C6D68EE}"/>
    <dgm:cxn modelId="{E0B685FA-D834-4708-B25C-B8B37D30434A}" type="presOf" srcId="{5379E62E-8BE7-4549-A594-BA3F94146FCD}" destId="{AEF26A15-55B0-4FBA-ACBB-54230DCDC996}" srcOrd="0" destOrd="0" presId="urn:microsoft.com/office/officeart/2008/layout/LinedList"/>
    <dgm:cxn modelId="{0CCA97FD-4C5A-4F1E-A7A2-A62B46BEE2C8}" type="presOf" srcId="{6AB9D003-5D90-4FC1-90B0-E27F4971553E}" destId="{82297AF5-2632-4C5D-A2EA-23A0004A5B9C}" srcOrd="0" destOrd="0" presId="urn:microsoft.com/office/officeart/2008/layout/LinedList"/>
    <dgm:cxn modelId="{D9116792-06BD-40F6-B9FD-39E657CB54A8}" type="presParOf" srcId="{C8C9A2D3-53A2-4D53-9435-1F71C0894C48}" destId="{EA3ED1C7-B725-47F2-BAC7-5C8F6F7D3544}" srcOrd="0" destOrd="0" presId="urn:microsoft.com/office/officeart/2008/layout/LinedList"/>
    <dgm:cxn modelId="{AAA290C6-AE02-45B8-8251-9AE832A68369}" type="presParOf" srcId="{C8C9A2D3-53A2-4D53-9435-1F71C0894C48}" destId="{05CFF786-04A1-47B0-A03E-CCBB8EC8E2DC}" srcOrd="1" destOrd="0" presId="urn:microsoft.com/office/officeart/2008/layout/LinedList"/>
    <dgm:cxn modelId="{A52792CA-0BA9-4E60-99F9-EC48FF2E7716}" type="presParOf" srcId="{05CFF786-04A1-47B0-A03E-CCBB8EC8E2DC}" destId="{AEF26A15-55B0-4FBA-ACBB-54230DCDC996}" srcOrd="0" destOrd="0" presId="urn:microsoft.com/office/officeart/2008/layout/LinedList"/>
    <dgm:cxn modelId="{B53FBAEF-58D9-4F3C-A098-9689837A8140}" type="presParOf" srcId="{05CFF786-04A1-47B0-A03E-CCBB8EC8E2DC}" destId="{B24FAC3A-4D12-4621-A901-91FF4014A5B1}" srcOrd="1" destOrd="0" presId="urn:microsoft.com/office/officeart/2008/layout/LinedList"/>
    <dgm:cxn modelId="{6E6D0D51-F52F-4253-BF07-ADC8444E5674}" type="presParOf" srcId="{B24FAC3A-4D12-4621-A901-91FF4014A5B1}" destId="{C16433C4-DA0F-4571-821C-F77DF7069C51}" srcOrd="0" destOrd="0" presId="urn:microsoft.com/office/officeart/2008/layout/LinedList"/>
    <dgm:cxn modelId="{400C0DCB-8E00-463C-AD1D-3DAC51606977}" type="presParOf" srcId="{B24FAC3A-4D12-4621-A901-91FF4014A5B1}" destId="{8BA0F2BB-C657-4BE7-ABFA-66DAD23E1B77}" srcOrd="1" destOrd="0" presId="urn:microsoft.com/office/officeart/2008/layout/LinedList"/>
    <dgm:cxn modelId="{C0BDDB2D-8A16-4E64-A346-FDDA4576451E}" type="presParOf" srcId="{8BA0F2BB-C657-4BE7-ABFA-66DAD23E1B77}" destId="{6611CA6B-C7FD-4E88-BC1B-5C9626D52A16}" srcOrd="0" destOrd="0" presId="urn:microsoft.com/office/officeart/2008/layout/LinedList"/>
    <dgm:cxn modelId="{8A586A5A-D41B-4263-9428-FEA4D9E4134C}" type="presParOf" srcId="{8BA0F2BB-C657-4BE7-ABFA-66DAD23E1B77}" destId="{1F062CFD-AF38-48F8-ACFD-F7EF20E9E995}" srcOrd="1" destOrd="0" presId="urn:microsoft.com/office/officeart/2008/layout/LinedList"/>
    <dgm:cxn modelId="{360DC40F-20A1-4AE5-991D-1F6A940FBB14}" type="presParOf" srcId="{8BA0F2BB-C657-4BE7-ABFA-66DAD23E1B77}" destId="{F81DF632-CD42-4952-901A-3C5B504EAADD}" srcOrd="2" destOrd="0" presId="urn:microsoft.com/office/officeart/2008/layout/LinedList"/>
    <dgm:cxn modelId="{A586CDEC-9F3A-400E-8A76-33D6E2DC14A2}" type="presParOf" srcId="{B24FAC3A-4D12-4621-A901-91FF4014A5B1}" destId="{32BAC9A1-9077-4F5A-B929-DF6BA1E5BCA7}" srcOrd="2" destOrd="0" presId="urn:microsoft.com/office/officeart/2008/layout/LinedList"/>
    <dgm:cxn modelId="{45117077-BB25-4584-83E2-BFDE436F7A9F}" type="presParOf" srcId="{B24FAC3A-4D12-4621-A901-91FF4014A5B1}" destId="{E001AA6D-403B-4D99-8A90-76B4851514A0}" srcOrd="3" destOrd="0" presId="urn:microsoft.com/office/officeart/2008/layout/LinedList"/>
    <dgm:cxn modelId="{50BC36ED-3339-4489-ABCC-3CE196E86B34}" type="presParOf" srcId="{C8C9A2D3-53A2-4D53-9435-1F71C0894C48}" destId="{8730A0F4-4AE7-4EE6-B2D5-750C6233CA25}" srcOrd="2" destOrd="0" presId="urn:microsoft.com/office/officeart/2008/layout/LinedList"/>
    <dgm:cxn modelId="{4623D35B-0A49-4FDE-8241-968EAEA019C1}" type="presParOf" srcId="{C8C9A2D3-53A2-4D53-9435-1F71C0894C48}" destId="{08247C3F-E6DB-429B-AAA4-8C88619DCBF3}" srcOrd="3" destOrd="0" presId="urn:microsoft.com/office/officeart/2008/layout/LinedList"/>
    <dgm:cxn modelId="{3F9F7748-CA73-4BC7-8458-770AF21D53AC}" type="presParOf" srcId="{08247C3F-E6DB-429B-AAA4-8C88619DCBF3}" destId="{82297AF5-2632-4C5D-A2EA-23A0004A5B9C}" srcOrd="0" destOrd="0" presId="urn:microsoft.com/office/officeart/2008/layout/LinedList"/>
    <dgm:cxn modelId="{3F56BFDD-540E-4E37-9184-3B76671C577B}" type="presParOf" srcId="{08247C3F-E6DB-429B-AAA4-8C88619DCBF3}" destId="{8C0AE97C-B088-4EF1-BF1E-4B7DA73CC2F0}" srcOrd="1" destOrd="0" presId="urn:microsoft.com/office/officeart/2008/layout/LinedList"/>
    <dgm:cxn modelId="{5A652B1C-3972-4395-8A73-060185D75719}" type="presParOf" srcId="{8C0AE97C-B088-4EF1-BF1E-4B7DA73CC2F0}" destId="{96ACE07E-CFCA-4060-A8BF-C720DA0B5A43}" srcOrd="0" destOrd="0" presId="urn:microsoft.com/office/officeart/2008/layout/LinedList"/>
    <dgm:cxn modelId="{068734FC-8391-4B0C-A7A9-09DBCAD2DC36}" type="presParOf" srcId="{8C0AE97C-B088-4EF1-BF1E-4B7DA73CC2F0}" destId="{B4B012C3-F7DD-457B-8F38-4927342E7572}" srcOrd="1" destOrd="0" presId="urn:microsoft.com/office/officeart/2008/layout/LinedList"/>
    <dgm:cxn modelId="{42C72244-F070-4A29-9A53-32E3164668B4}" type="presParOf" srcId="{B4B012C3-F7DD-457B-8F38-4927342E7572}" destId="{75A83967-B72B-4CDE-BDB2-A28D93B00F28}" srcOrd="0" destOrd="0" presId="urn:microsoft.com/office/officeart/2008/layout/LinedList"/>
    <dgm:cxn modelId="{96839A3B-73AB-4466-9493-CD43DD70A7C3}" type="presParOf" srcId="{B4B012C3-F7DD-457B-8F38-4927342E7572}" destId="{AFD30AC1-31FC-4F25-B56B-6FA113738C25}" srcOrd="1" destOrd="0" presId="urn:microsoft.com/office/officeart/2008/layout/LinedList"/>
    <dgm:cxn modelId="{FC95F0AD-920E-4805-A76F-DDF51AA21F99}" type="presParOf" srcId="{B4B012C3-F7DD-457B-8F38-4927342E7572}" destId="{8E061BFA-E0FA-4D30-B0DE-B2BF15B5481C}" srcOrd="2" destOrd="0" presId="urn:microsoft.com/office/officeart/2008/layout/LinedList"/>
    <dgm:cxn modelId="{563DD006-092F-483C-ABB4-2791D45AC267}" type="presParOf" srcId="{8C0AE97C-B088-4EF1-BF1E-4B7DA73CC2F0}" destId="{68EC342B-1CF8-4FF3-BC2C-F9027E65A424}" srcOrd="2" destOrd="0" presId="urn:microsoft.com/office/officeart/2008/layout/LinedList"/>
    <dgm:cxn modelId="{4F4A5963-B185-46AC-BDFA-2030C2014F91}" type="presParOf" srcId="{8C0AE97C-B088-4EF1-BF1E-4B7DA73CC2F0}" destId="{E0864CE5-17AF-4F39-B379-A9C2EC83A345}" srcOrd="3" destOrd="0" presId="urn:microsoft.com/office/officeart/2008/layout/LinedList"/>
    <dgm:cxn modelId="{73E8E610-84A2-4A58-8692-831ECB77178F}" type="presParOf" srcId="{C8C9A2D3-53A2-4D53-9435-1F71C0894C48}" destId="{5BB6799E-CBB8-42ED-B50B-BFAC1449A088}" srcOrd="4" destOrd="0" presId="urn:microsoft.com/office/officeart/2008/layout/LinedList"/>
    <dgm:cxn modelId="{9A6C9AA3-AF0E-481C-BA63-935FAA670CEC}" type="presParOf" srcId="{C8C9A2D3-53A2-4D53-9435-1F71C0894C48}" destId="{226602A7-298A-4EA5-A8AD-E68E1A7FA752}" srcOrd="5" destOrd="0" presId="urn:microsoft.com/office/officeart/2008/layout/LinedList"/>
    <dgm:cxn modelId="{261ED096-4CCD-498E-929E-F48EC70BB677}" type="presParOf" srcId="{226602A7-298A-4EA5-A8AD-E68E1A7FA752}" destId="{844190C3-EB6D-4940-A4BB-43D7FF4BF0AA}" srcOrd="0" destOrd="0" presId="urn:microsoft.com/office/officeart/2008/layout/LinedList"/>
    <dgm:cxn modelId="{03A3210E-5722-4B80-87FD-2FBAD8E8C18D}" type="presParOf" srcId="{226602A7-298A-4EA5-A8AD-E68E1A7FA752}" destId="{90B89699-DDE5-4A90-B19C-A932903626B9}" srcOrd="1" destOrd="0" presId="urn:microsoft.com/office/officeart/2008/layout/LinedList"/>
    <dgm:cxn modelId="{36EC6CA0-C1DC-4B2B-9226-8D675B0072EF}" type="presParOf" srcId="{90B89699-DDE5-4A90-B19C-A932903626B9}" destId="{89D877D1-BF24-4216-A535-BB66CA910841}" srcOrd="0" destOrd="0" presId="urn:microsoft.com/office/officeart/2008/layout/LinedList"/>
    <dgm:cxn modelId="{BAD2FC45-0414-4F53-8390-CE7B000A1B0D}" type="presParOf" srcId="{90B89699-DDE5-4A90-B19C-A932903626B9}" destId="{55C3EAA6-325B-46BE-9C44-16938774EBE5}" srcOrd="1" destOrd="0" presId="urn:microsoft.com/office/officeart/2008/layout/LinedList"/>
    <dgm:cxn modelId="{E596FACC-7681-4349-A428-68D0CF6553A0}" type="presParOf" srcId="{55C3EAA6-325B-46BE-9C44-16938774EBE5}" destId="{6DF80596-E65D-430E-8983-A775E028744D}" srcOrd="0" destOrd="0" presId="urn:microsoft.com/office/officeart/2008/layout/LinedList"/>
    <dgm:cxn modelId="{EB51D538-92B0-4D3E-880F-39B01BF3AAED}" type="presParOf" srcId="{55C3EAA6-325B-46BE-9C44-16938774EBE5}" destId="{B9BCB4A2-053D-4AD1-8054-412222E28B54}" srcOrd="1" destOrd="0" presId="urn:microsoft.com/office/officeart/2008/layout/LinedList"/>
    <dgm:cxn modelId="{E71B85AF-AF59-4A9A-88FA-BFAD9DFFA72D}" type="presParOf" srcId="{55C3EAA6-325B-46BE-9C44-16938774EBE5}" destId="{02FE8F42-F0FF-408E-A376-23B42384D45A}" srcOrd="2" destOrd="0" presId="urn:microsoft.com/office/officeart/2008/layout/LinedList"/>
    <dgm:cxn modelId="{CDF645C8-D186-4DA8-8D20-99521C0C1640}" type="presParOf" srcId="{90B89699-DDE5-4A90-B19C-A932903626B9}" destId="{B182C41E-85BF-4F81-BC40-46C26A0F7532}" srcOrd="2" destOrd="0" presId="urn:microsoft.com/office/officeart/2008/layout/LinedList"/>
    <dgm:cxn modelId="{4C56B10F-D42A-4AFF-9C4F-4F8635D06800}" type="presParOf" srcId="{90B89699-DDE5-4A90-B19C-A932903626B9}" destId="{745A030F-BA3C-4585-AE4A-C369E1CD10A6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87D8FE-5772-4D72-82EB-8FBF28EDDBA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BC0ADA5-D74A-48A1-A6C9-285BCD929377}">
      <dgm:prSet/>
      <dgm:spPr/>
      <dgm:t>
        <a:bodyPr/>
        <a:lstStyle/>
        <a:p>
          <a:r>
            <a:rPr lang="en-US"/>
            <a:t>Source: Inside Airbnb – Dallas Dataset</a:t>
          </a:r>
        </a:p>
      </dgm:t>
    </dgm:pt>
    <dgm:pt modelId="{BBCAAEAB-EB0A-4FE6-82E1-16575BFCE480}" type="parTrans" cxnId="{A6816A84-ABBF-4304-BB41-57AEC9AE7274}">
      <dgm:prSet/>
      <dgm:spPr/>
      <dgm:t>
        <a:bodyPr/>
        <a:lstStyle/>
        <a:p>
          <a:endParaRPr lang="en-US"/>
        </a:p>
      </dgm:t>
    </dgm:pt>
    <dgm:pt modelId="{E40E0C54-AC46-47CE-9D79-69BF90752C9B}" type="sibTrans" cxnId="{A6816A84-ABBF-4304-BB41-57AEC9AE7274}">
      <dgm:prSet/>
      <dgm:spPr/>
      <dgm:t>
        <a:bodyPr/>
        <a:lstStyle/>
        <a:p>
          <a:endParaRPr lang="en-US"/>
        </a:p>
      </dgm:t>
    </dgm:pt>
    <dgm:pt modelId="{FBAFE780-34ED-4147-99DA-52CE183C34F8}">
      <dgm:prSet/>
      <dgm:spPr/>
      <dgm:t>
        <a:bodyPr/>
        <a:lstStyle/>
        <a:p>
          <a:r>
            <a:rPr lang="en-US"/>
            <a:t>Includes price, availability, room type, location, reviews.</a:t>
          </a:r>
        </a:p>
      </dgm:t>
    </dgm:pt>
    <dgm:pt modelId="{E58365A2-6A57-4964-8DE3-570B79082D07}" type="parTrans" cxnId="{A99A50B4-92CF-407A-8E42-23C96DE7C4EC}">
      <dgm:prSet/>
      <dgm:spPr/>
      <dgm:t>
        <a:bodyPr/>
        <a:lstStyle/>
        <a:p>
          <a:endParaRPr lang="en-US"/>
        </a:p>
      </dgm:t>
    </dgm:pt>
    <dgm:pt modelId="{7BB7FF4F-C721-4577-A741-A79B4EB0687E}" type="sibTrans" cxnId="{A99A50B4-92CF-407A-8E42-23C96DE7C4EC}">
      <dgm:prSet/>
      <dgm:spPr/>
      <dgm:t>
        <a:bodyPr/>
        <a:lstStyle/>
        <a:p>
          <a:endParaRPr lang="en-US"/>
        </a:p>
      </dgm:t>
    </dgm:pt>
    <dgm:pt modelId="{B2F205F9-79CB-4BCF-ABF8-1BDDDDD41D77}">
      <dgm:prSet/>
      <dgm:spPr/>
      <dgm:t>
        <a:bodyPr/>
        <a:lstStyle/>
        <a:p>
          <a:r>
            <a:rPr lang="en-US" dirty="0"/>
            <a:t>Engineered target: </a:t>
          </a:r>
          <a:r>
            <a:rPr lang="en-US" dirty="0" err="1"/>
            <a:t>potential_revenue</a:t>
          </a:r>
          <a:r>
            <a:rPr lang="en-US" dirty="0"/>
            <a:t> = </a:t>
          </a:r>
          <a:r>
            <a:rPr lang="en-US" dirty="0" err="1"/>
            <a:t>price_weighted_roomtype</a:t>
          </a:r>
          <a:r>
            <a:rPr lang="en-US" dirty="0"/>
            <a:t> × (365 - availability_365)</a:t>
          </a:r>
        </a:p>
      </dgm:t>
    </dgm:pt>
    <dgm:pt modelId="{3E93DFA2-C4A4-4748-94B2-C8AFC96F7FA7}" type="parTrans" cxnId="{4513BBA8-3207-4C29-8D10-19FCD80F80DF}">
      <dgm:prSet/>
      <dgm:spPr/>
      <dgm:t>
        <a:bodyPr/>
        <a:lstStyle/>
        <a:p>
          <a:endParaRPr lang="en-US"/>
        </a:p>
      </dgm:t>
    </dgm:pt>
    <dgm:pt modelId="{A4083280-3CDE-4B1F-A433-9AC1EE0DA9D8}" type="sibTrans" cxnId="{4513BBA8-3207-4C29-8D10-19FCD80F80DF}">
      <dgm:prSet/>
      <dgm:spPr/>
      <dgm:t>
        <a:bodyPr/>
        <a:lstStyle/>
        <a:p>
          <a:endParaRPr lang="en-US"/>
        </a:p>
      </dgm:t>
    </dgm:pt>
    <dgm:pt modelId="{D0D7AD30-1247-408E-B7B8-F74FC5792BEC}" type="pres">
      <dgm:prSet presAssocID="{F287D8FE-5772-4D72-82EB-8FBF28EDDBA9}" presName="vert0" presStyleCnt="0">
        <dgm:presLayoutVars>
          <dgm:dir/>
          <dgm:animOne val="branch"/>
          <dgm:animLvl val="lvl"/>
        </dgm:presLayoutVars>
      </dgm:prSet>
      <dgm:spPr/>
    </dgm:pt>
    <dgm:pt modelId="{16073E62-B150-4404-B1D7-BA699AAB8FD4}" type="pres">
      <dgm:prSet presAssocID="{9BC0ADA5-D74A-48A1-A6C9-285BCD929377}" presName="thickLine" presStyleLbl="alignNode1" presStyleIdx="0" presStyleCnt="3"/>
      <dgm:spPr/>
    </dgm:pt>
    <dgm:pt modelId="{7B9D8232-83C2-4C6A-A637-749109BB4212}" type="pres">
      <dgm:prSet presAssocID="{9BC0ADA5-D74A-48A1-A6C9-285BCD929377}" presName="horz1" presStyleCnt="0"/>
      <dgm:spPr/>
    </dgm:pt>
    <dgm:pt modelId="{FB140A4B-D092-4800-9E3D-B0E8C3C34D7B}" type="pres">
      <dgm:prSet presAssocID="{9BC0ADA5-D74A-48A1-A6C9-285BCD929377}" presName="tx1" presStyleLbl="revTx" presStyleIdx="0" presStyleCnt="3"/>
      <dgm:spPr/>
    </dgm:pt>
    <dgm:pt modelId="{A2B5C8ED-E031-4B04-81D5-9E0C21D7BA81}" type="pres">
      <dgm:prSet presAssocID="{9BC0ADA5-D74A-48A1-A6C9-285BCD929377}" presName="vert1" presStyleCnt="0"/>
      <dgm:spPr/>
    </dgm:pt>
    <dgm:pt modelId="{7E4301B8-F08F-4650-864A-4FA59D914DAD}" type="pres">
      <dgm:prSet presAssocID="{FBAFE780-34ED-4147-99DA-52CE183C34F8}" presName="thickLine" presStyleLbl="alignNode1" presStyleIdx="1" presStyleCnt="3"/>
      <dgm:spPr/>
    </dgm:pt>
    <dgm:pt modelId="{7C0F7820-C655-4B9A-9A98-4C866B127469}" type="pres">
      <dgm:prSet presAssocID="{FBAFE780-34ED-4147-99DA-52CE183C34F8}" presName="horz1" presStyleCnt="0"/>
      <dgm:spPr/>
    </dgm:pt>
    <dgm:pt modelId="{9DD2D269-8230-43D4-860A-F435E829EA87}" type="pres">
      <dgm:prSet presAssocID="{FBAFE780-34ED-4147-99DA-52CE183C34F8}" presName="tx1" presStyleLbl="revTx" presStyleIdx="1" presStyleCnt="3"/>
      <dgm:spPr/>
    </dgm:pt>
    <dgm:pt modelId="{5990DEAF-F91E-4E94-A61D-B3DB0A818A73}" type="pres">
      <dgm:prSet presAssocID="{FBAFE780-34ED-4147-99DA-52CE183C34F8}" presName="vert1" presStyleCnt="0"/>
      <dgm:spPr/>
    </dgm:pt>
    <dgm:pt modelId="{8B4FA03D-6A6B-4B3F-BE3A-EC996BE94056}" type="pres">
      <dgm:prSet presAssocID="{B2F205F9-79CB-4BCF-ABF8-1BDDDDD41D77}" presName="thickLine" presStyleLbl="alignNode1" presStyleIdx="2" presStyleCnt="3"/>
      <dgm:spPr/>
    </dgm:pt>
    <dgm:pt modelId="{C8ECCB2E-F9AB-4739-B43D-97474205B884}" type="pres">
      <dgm:prSet presAssocID="{B2F205F9-79CB-4BCF-ABF8-1BDDDDD41D77}" presName="horz1" presStyleCnt="0"/>
      <dgm:spPr/>
    </dgm:pt>
    <dgm:pt modelId="{F036AAA5-D160-465E-9B68-E435FBDCD018}" type="pres">
      <dgm:prSet presAssocID="{B2F205F9-79CB-4BCF-ABF8-1BDDDDD41D77}" presName="tx1" presStyleLbl="revTx" presStyleIdx="2" presStyleCnt="3"/>
      <dgm:spPr/>
    </dgm:pt>
    <dgm:pt modelId="{2F52663B-1B52-4615-9652-BC8BFCD2CB0D}" type="pres">
      <dgm:prSet presAssocID="{B2F205F9-79CB-4BCF-ABF8-1BDDDDD41D77}" presName="vert1" presStyleCnt="0"/>
      <dgm:spPr/>
    </dgm:pt>
  </dgm:ptLst>
  <dgm:cxnLst>
    <dgm:cxn modelId="{B9A09E5F-AFFB-4CDD-8D29-D742EE86233F}" type="presOf" srcId="{B2F205F9-79CB-4BCF-ABF8-1BDDDDD41D77}" destId="{F036AAA5-D160-465E-9B68-E435FBDCD018}" srcOrd="0" destOrd="0" presId="urn:microsoft.com/office/officeart/2008/layout/LinedList"/>
    <dgm:cxn modelId="{83BBA763-95DC-4F85-A1FB-C0CB6DB275FF}" type="presOf" srcId="{F287D8FE-5772-4D72-82EB-8FBF28EDDBA9}" destId="{D0D7AD30-1247-408E-B7B8-F74FC5792BEC}" srcOrd="0" destOrd="0" presId="urn:microsoft.com/office/officeart/2008/layout/LinedList"/>
    <dgm:cxn modelId="{A6816A84-ABBF-4304-BB41-57AEC9AE7274}" srcId="{F287D8FE-5772-4D72-82EB-8FBF28EDDBA9}" destId="{9BC0ADA5-D74A-48A1-A6C9-285BCD929377}" srcOrd="0" destOrd="0" parTransId="{BBCAAEAB-EB0A-4FE6-82E1-16575BFCE480}" sibTransId="{E40E0C54-AC46-47CE-9D79-69BF90752C9B}"/>
    <dgm:cxn modelId="{4513BBA8-3207-4C29-8D10-19FCD80F80DF}" srcId="{F287D8FE-5772-4D72-82EB-8FBF28EDDBA9}" destId="{B2F205F9-79CB-4BCF-ABF8-1BDDDDD41D77}" srcOrd="2" destOrd="0" parTransId="{3E93DFA2-C4A4-4748-94B2-C8AFC96F7FA7}" sibTransId="{A4083280-3CDE-4B1F-A433-9AC1EE0DA9D8}"/>
    <dgm:cxn modelId="{00925AAE-0383-44EA-A973-D0280BEC15F2}" type="presOf" srcId="{FBAFE780-34ED-4147-99DA-52CE183C34F8}" destId="{9DD2D269-8230-43D4-860A-F435E829EA87}" srcOrd="0" destOrd="0" presId="urn:microsoft.com/office/officeart/2008/layout/LinedList"/>
    <dgm:cxn modelId="{A99A50B4-92CF-407A-8E42-23C96DE7C4EC}" srcId="{F287D8FE-5772-4D72-82EB-8FBF28EDDBA9}" destId="{FBAFE780-34ED-4147-99DA-52CE183C34F8}" srcOrd="1" destOrd="0" parTransId="{E58365A2-6A57-4964-8DE3-570B79082D07}" sibTransId="{7BB7FF4F-C721-4577-A741-A79B4EB0687E}"/>
    <dgm:cxn modelId="{56B8EEFA-6B85-4D94-8A5B-B527C0C327C9}" type="presOf" srcId="{9BC0ADA5-D74A-48A1-A6C9-285BCD929377}" destId="{FB140A4B-D092-4800-9E3D-B0E8C3C34D7B}" srcOrd="0" destOrd="0" presId="urn:microsoft.com/office/officeart/2008/layout/LinedList"/>
    <dgm:cxn modelId="{356FBBB9-4AE0-4B38-B2B9-58D51E3E96FA}" type="presParOf" srcId="{D0D7AD30-1247-408E-B7B8-F74FC5792BEC}" destId="{16073E62-B150-4404-B1D7-BA699AAB8FD4}" srcOrd="0" destOrd="0" presId="urn:microsoft.com/office/officeart/2008/layout/LinedList"/>
    <dgm:cxn modelId="{84DA68F6-464C-4B21-8D2A-ABBB6A0CFED3}" type="presParOf" srcId="{D0D7AD30-1247-408E-B7B8-F74FC5792BEC}" destId="{7B9D8232-83C2-4C6A-A637-749109BB4212}" srcOrd="1" destOrd="0" presId="urn:microsoft.com/office/officeart/2008/layout/LinedList"/>
    <dgm:cxn modelId="{EC4DDCF4-C4F4-4FA3-853B-37533BEC20EB}" type="presParOf" srcId="{7B9D8232-83C2-4C6A-A637-749109BB4212}" destId="{FB140A4B-D092-4800-9E3D-B0E8C3C34D7B}" srcOrd="0" destOrd="0" presId="urn:microsoft.com/office/officeart/2008/layout/LinedList"/>
    <dgm:cxn modelId="{6FC78201-24B3-4E47-AB5D-B92855B56907}" type="presParOf" srcId="{7B9D8232-83C2-4C6A-A637-749109BB4212}" destId="{A2B5C8ED-E031-4B04-81D5-9E0C21D7BA81}" srcOrd="1" destOrd="0" presId="urn:microsoft.com/office/officeart/2008/layout/LinedList"/>
    <dgm:cxn modelId="{65C0FAA8-2D24-49B3-800D-87173E64CCBA}" type="presParOf" srcId="{D0D7AD30-1247-408E-B7B8-F74FC5792BEC}" destId="{7E4301B8-F08F-4650-864A-4FA59D914DAD}" srcOrd="2" destOrd="0" presId="urn:microsoft.com/office/officeart/2008/layout/LinedList"/>
    <dgm:cxn modelId="{0E1E021E-22DC-4F4A-BF78-D2D36AC35B92}" type="presParOf" srcId="{D0D7AD30-1247-408E-B7B8-F74FC5792BEC}" destId="{7C0F7820-C655-4B9A-9A98-4C866B127469}" srcOrd="3" destOrd="0" presId="urn:microsoft.com/office/officeart/2008/layout/LinedList"/>
    <dgm:cxn modelId="{FEC998E9-AB6F-40B3-B0D5-1ABA6B63F29A}" type="presParOf" srcId="{7C0F7820-C655-4B9A-9A98-4C866B127469}" destId="{9DD2D269-8230-43D4-860A-F435E829EA87}" srcOrd="0" destOrd="0" presId="urn:microsoft.com/office/officeart/2008/layout/LinedList"/>
    <dgm:cxn modelId="{EA087615-81F8-40BA-A839-B3D07ACD7B4E}" type="presParOf" srcId="{7C0F7820-C655-4B9A-9A98-4C866B127469}" destId="{5990DEAF-F91E-4E94-A61D-B3DB0A818A73}" srcOrd="1" destOrd="0" presId="urn:microsoft.com/office/officeart/2008/layout/LinedList"/>
    <dgm:cxn modelId="{8D8A95A4-29FE-44A6-AD92-E2E3860019B5}" type="presParOf" srcId="{D0D7AD30-1247-408E-B7B8-F74FC5792BEC}" destId="{8B4FA03D-6A6B-4B3F-BE3A-EC996BE94056}" srcOrd="4" destOrd="0" presId="urn:microsoft.com/office/officeart/2008/layout/LinedList"/>
    <dgm:cxn modelId="{1DEEC2EB-F6E9-45FE-8562-D89A4C315D9B}" type="presParOf" srcId="{D0D7AD30-1247-408E-B7B8-F74FC5792BEC}" destId="{C8ECCB2E-F9AB-4739-B43D-97474205B884}" srcOrd="5" destOrd="0" presId="urn:microsoft.com/office/officeart/2008/layout/LinedList"/>
    <dgm:cxn modelId="{6B23C72F-1F6C-49D6-9390-6289727A423E}" type="presParOf" srcId="{C8ECCB2E-F9AB-4739-B43D-97474205B884}" destId="{F036AAA5-D160-465E-9B68-E435FBDCD018}" srcOrd="0" destOrd="0" presId="urn:microsoft.com/office/officeart/2008/layout/LinedList"/>
    <dgm:cxn modelId="{56E06557-1AB3-465F-84A6-79BBAD9AF1F6}" type="presParOf" srcId="{C8ECCB2E-F9AB-4739-B43D-97474205B884}" destId="{2F52663B-1B52-4615-9652-BC8BFCD2CB0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CB1491-206C-4E07-840C-E0E77DBE4B9B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AF57409-046C-46AE-A08F-F480AD37A468}">
      <dgm:prSet/>
      <dgm:spPr/>
      <dgm:t>
        <a:bodyPr/>
        <a:lstStyle/>
        <a:p>
          <a:r>
            <a:rPr lang="en-US"/>
            <a:t>Handled missing values (median + 'Unknown').</a:t>
          </a:r>
        </a:p>
      </dgm:t>
    </dgm:pt>
    <dgm:pt modelId="{05E6E540-0F63-493A-BFD7-874BE4CDEC9A}" type="parTrans" cxnId="{1D34D705-50B6-4012-9A2A-569B44E01EFD}">
      <dgm:prSet/>
      <dgm:spPr/>
      <dgm:t>
        <a:bodyPr/>
        <a:lstStyle/>
        <a:p>
          <a:endParaRPr lang="en-US"/>
        </a:p>
      </dgm:t>
    </dgm:pt>
    <dgm:pt modelId="{B1124E0F-A466-40A3-849E-55B5A071792C}" type="sibTrans" cxnId="{1D34D705-50B6-4012-9A2A-569B44E01EFD}">
      <dgm:prSet/>
      <dgm:spPr/>
      <dgm:t>
        <a:bodyPr/>
        <a:lstStyle/>
        <a:p>
          <a:endParaRPr lang="en-US"/>
        </a:p>
      </dgm:t>
    </dgm:pt>
    <dgm:pt modelId="{A1A11C1F-95A4-4915-B416-801BACDFB361}">
      <dgm:prSet/>
      <dgm:spPr/>
      <dgm:t>
        <a:bodyPr/>
        <a:lstStyle/>
        <a:p>
          <a:r>
            <a:rPr lang="en-US"/>
            <a:t>Removed unrealistic outliers (e.g., price &gt; $1000/night).</a:t>
          </a:r>
        </a:p>
      </dgm:t>
    </dgm:pt>
    <dgm:pt modelId="{64153BAA-1229-40CA-AD3D-909A592664F9}" type="parTrans" cxnId="{54945E4B-A4F9-4838-BEE9-E2CDDC6F0C34}">
      <dgm:prSet/>
      <dgm:spPr/>
      <dgm:t>
        <a:bodyPr/>
        <a:lstStyle/>
        <a:p>
          <a:endParaRPr lang="en-US"/>
        </a:p>
      </dgm:t>
    </dgm:pt>
    <dgm:pt modelId="{280D5503-D20D-4687-A4B3-64C87E84804B}" type="sibTrans" cxnId="{54945E4B-A4F9-4838-BEE9-E2CDDC6F0C34}">
      <dgm:prSet/>
      <dgm:spPr/>
      <dgm:t>
        <a:bodyPr/>
        <a:lstStyle/>
        <a:p>
          <a:endParaRPr lang="en-US"/>
        </a:p>
      </dgm:t>
    </dgm:pt>
    <dgm:pt modelId="{B8F35EA3-2D53-4C3A-8892-F1FBE543FEAD}">
      <dgm:prSet/>
      <dgm:spPr/>
      <dgm:t>
        <a:bodyPr/>
        <a:lstStyle/>
        <a:p>
          <a:r>
            <a:rPr lang="en-US"/>
            <a:t>Filtered invalid minimum_nights and availability ranges.</a:t>
          </a:r>
        </a:p>
      </dgm:t>
    </dgm:pt>
    <dgm:pt modelId="{AF02567F-2F48-4464-AB99-CA935508A763}" type="parTrans" cxnId="{F50FE77C-4E03-42DA-A422-D9B0EA383DD0}">
      <dgm:prSet/>
      <dgm:spPr/>
      <dgm:t>
        <a:bodyPr/>
        <a:lstStyle/>
        <a:p>
          <a:endParaRPr lang="en-US"/>
        </a:p>
      </dgm:t>
    </dgm:pt>
    <dgm:pt modelId="{DBBF24C5-9B87-461B-9789-22683E81DEE4}" type="sibTrans" cxnId="{F50FE77C-4E03-42DA-A422-D9B0EA383DD0}">
      <dgm:prSet/>
      <dgm:spPr/>
      <dgm:t>
        <a:bodyPr/>
        <a:lstStyle/>
        <a:p>
          <a:endParaRPr lang="en-US"/>
        </a:p>
      </dgm:t>
    </dgm:pt>
    <dgm:pt modelId="{A5CE1388-7B90-4F0F-BC4B-B01FBD89F68A}">
      <dgm:prSet/>
      <dgm:spPr/>
      <dgm:t>
        <a:bodyPr/>
        <a:lstStyle/>
        <a:p>
          <a:r>
            <a:rPr lang="en-US"/>
            <a:t>Encoded categorical features and scaled numerics.</a:t>
          </a:r>
        </a:p>
      </dgm:t>
    </dgm:pt>
    <dgm:pt modelId="{1D6FA656-8645-4349-A654-4D06B7725A75}" type="parTrans" cxnId="{87457151-62DD-4393-85A0-E2E49B9C33A1}">
      <dgm:prSet/>
      <dgm:spPr/>
      <dgm:t>
        <a:bodyPr/>
        <a:lstStyle/>
        <a:p>
          <a:endParaRPr lang="en-US"/>
        </a:p>
      </dgm:t>
    </dgm:pt>
    <dgm:pt modelId="{4681E434-F70E-47D8-93D6-38CCC60C7CF0}" type="sibTrans" cxnId="{87457151-62DD-4393-85A0-E2E49B9C33A1}">
      <dgm:prSet/>
      <dgm:spPr/>
      <dgm:t>
        <a:bodyPr/>
        <a:lstStyle/>
        <a:p>
          <a:endParaRPr lang="en-US"/>
        </a:p>
      </dgm:t>
    </dgm:pt>
    <dgm:pt modelId="{31B075B0-B875-4547-BFAE-3CDE51711B71}" type="pres">
      <dgm:prSet presAssocID="{8CCB1491-206C-4E07-840C-E0E77DBE4B9B}" presName="vert0" presStyleCnt="0">
        <dgm:presLayoutVars>
          <dgm:dir/>
          <dgm:animOne val="branch"/>
          <dgm:animLvl val="lvl"/>
        </dgm:presLayoutVars>
      </dgm:prSet>
      <dgm:spPr/>
    </dgm:pt>
    <dgm:pt modelId="{DD367819-DBAF-4906-8BE3-FD43ACC919DF}" type="pres">
      <dgm:prSet presAssocID="{9AF57409-046C-46AE-A08F-F480AD37A468}" presName="thickLine" presStyleLbl="alignNode1" presStyleIdx="0" presStyleCnt="4"/>
      <dgm:spPr/>
    </dgm:pt>
    <dgm:pt modelId="{37052851-DAFD-4D9B-9150-B863C02C913B}" type="pres">
      <dgm:prSet presAssocID="{9AF57409-046C-46AE-A08F-F480AD37A468}" presName="horz1" presStyleCnt="0"/>
      <dgm:spPr/>
    </dgm:pt>
    <dgm:pt modelId="{779EE629-5E82-4435-9CAC-B9C3E6923FA0}" type="pres">
      <dgm:prSet presAssocID="{9AF57409-046C-46AE-A08F-F480AD37A468}" presName="tx1" presStyleLbl="revTx" presStyleIdx="0" presStyleCnt="4"/>
      <dgm:spPr/>
    </dgm:pt>
    <dgm:pt modelId="{F286B411-6C76-4F50-BBCE-5911547E9AA0}" type="pres">
      <dgm:prSet presAssocID="{9AF57409-046C-46AE-A08F-F480AD37A468}" presName="vert1" presStyleCnt="0"/>
      <dgm:spPr/>
    </dgm:pt>
    <dgm:pt modelId="{03FC26A3-D6AC-43E1-A31B-611F6408FCF9}" type="pres">
      <dgm:prSet presAssocID="{A1A11C1F-95A4-4915-B416-801BACDFB361}" presName="thickLine" presStyleLbl="alignNode1" presStyleIdx="1" presStyleCnt="4"/>
      <dgm:spPr/>
    </dgm:pt>
    <dgm:pt modelId="{B1CDAA08-AFAF-443F-91B4-4BF17796867B}" type="pres">
      <dgm:prSet presAssocID="{A1A11C1F-95A4-4915-B416-801BACDFB361}" presName="horz1" presStyleCnt="0"/>
      <dgm:spPr/>
    </dgm:pt>
    <dgm:pt modelId="{EA30573F-3206-4B6B-91B2-B933E2997141}" type="pres">
      <dgm:prSet presAssocID="{A1A11C1F-95A4-4915-B416-801BACDFB361}" presName="tx1" presStyleLbl="revTx" presStyleIdx="1" presStyleCnt="4"/>
      <dgm:spPr/>
    </dgm:pt>
    <dgm:pt modelId="{9D536D0E-86B9-4BB5-A95F-26524A173891}" type="pres">
      <dgm:prSet presAssocID="{A1A11C1F-95A4-4915-B416-801BACDFB361}" presName="vert1" presStyleCnt="0"/>
      <dgm:spPr/>
    </dgm:pt>
    <dgm:pt modelId="{B5C5F0FE-6D52-41E5-BA61-77EA96C0EA47}" type="pres">
      <dgm:prSet presAssocID="{B8F35EA3-2D53-4C3A-8892-F1FBE543FEAD}" presName="thickLine" presStyleLbl="alignNode1" presStyleIdx="2" presStyleCnt="4"/>
      <dgm:spPr/>
    </dgm:pt>
    <dgm:pt modelId="{914B21E7-1662-402D-ABD5-FB51ED8D9DEE}" type="pres">
      <dgm:prSet presAssocID="{B8F35EA3-2D53-4C3A-8892-F1FBE543FEAD}" presName="horz1" presStyleCnt="0"/>
      <dgm:spPr/>
    </dgm:pt>
    <dgm:pt modelId="{B8326CD7-C986-43AA-B152-94799FF29E22}" type="pres">
      <dgm:prSet presAssocID="{B8F35EA3-2D53-4C3A-8892-F1FBE543FEAD}" presName="tx1" presStyleLbl="revTx" presStyleIdx="2" presStyleCnt="4"/>
      <dgm:spPr/>
    </dgm:pt>
    <dgm:pt modelId="{53D5731A-7ACE-4639-AF38-81E1C287D7F2}" type="pres">
      <dgm:prSet presAssocID="{B8F35EA3-2D53-4C3A-8892-F1FBE543FEAD}" presName="vert1" presStyleCnt="0"/>
      <dgm:spPr/>
    </dgm:pt>
    <dgm:pt modelId="{24C66E39-443F-42A0-9A25-B319681819B7}" type="pres">
      <dgm:prSet presAssocID="{A5CE1388-7B90-4F0F-BC4B-B01FBD89F68A}" presName="thickLine" presStyleLbl="alignNode1" presStyleIdx="3" presStyleCnt="4"/>
      <dgm:spPr/>
    </dgm:pt>
    <dgm:pt modelId="{BBB902BF-9A06-4DB4-964D-E3F94CB1154A}" type="pres">
      <dgm:prSet presAssocID="{A5CE1388-7B90-4F0F-BC4B-B01FBD89F68A}" presName="horz1" presStyleCnt="0"/>
      <dgm:spPr/>
    </dgm:pt>
    <dgm:pt modelId="{6A49EA32-E89B-44AC-B14D-CA66E57E3368}" type="pres">
      <dgm:prSet presAssocID="{A5CE1388-7B90-4F0F-BC4B-B01FBD89F68A}" presName="tx1" presStyleLbl="revTx" presStyleIdx="3" presStyleCnt="4"/>
      <dgm:spPr/>
    </dgm:pt>
    <dgm:pt modelId="{4BCD6450-BF24-4E07-8FD1-B2AB07C1CB87}" type="pres">
      <dgm:prSet presAssocID="{A5CE1388-7B90-4F0F-BC4B-B01FBD89F68A}" presName="vert1" presStyleCnt="0"/>
      <dgm:spPr/>
    </dgm:pt>
  </dgm:ptLst>
  <dgm:cxnLst>
    <dgm:cxn modelId="{1D34D705-50B6-4012-9A2A-569B44E01EFD}" srcId="{8CCB1491-206C-4E07-840C-E0E77DBE4B9B}" destId="{9AF57409-046C-46AE-A08F-F480AD37A468}" srcOrd="0" destOrd="0" parTransId="{05E6E540-0F63-493A-BFD7-874BE4CDEC9A}" sibTransId="{B1124E0F-A466-40A3-849E-55B5A071792C}"/>
    <dgm:cxn modelId="{54945E4B-A4F9-4838-BEE9-E2CDDC6F0C34}" srcId="{8CCB1491-206C-4E07-840C-E0E77DBE4B9B}" destId="{A1A11C1F-95A4-4915-B416-801BACDFB361}" srcOrd="1" destOrd="0" parTransId="{64153BAA-1229-40CA-AD3D-909A592664F9}" sibTransId="{280D5503-D20D-4687-A4B3-64C87E84804B}"/>
    <dgm:cxn modelId="{87457151-62DD-4393-85A0-E2E49B9C33A1}" srcId="{8CCB1491-206C-4E07-840C-E0E77DBE4B9B}" destId="{A5CE1388-7B90-4F0F-BC4B-B01FBD89F68A}" srcOrd="3" destOrd="0" parTransId="{1D6FA656-8645-4349-A654-4D06B7725A75}" sibTransId="{4681E434-F70E-47D8-93D6-38CCC60C7CF0}"/>
    <dgm:cxn modelId="{12D38976-58FB-40A6-A2C6-F12EEFB45AA7}" type="presOf" srcId="{8CCB1491-206C-4E07-840C-E0E77DBE4B9B}" destId="{31B075B0-B875-4547-BFAE-3CDE51711B71}" srcOrd="0" destOrd="0" presId="urn:microsoft.com/office/officeart/2008/layout/LinedList"/>
    <dgm:cxn modelId="{A06D057C-C3E1-4B8F-BC56-9FFBBBE530CC}" type="presOf" srcId="{A1A11C1F-95A4-4915-B416-801BACDFB361}" destId="{EA30573F-3206-4B6B-91B2-B933E2997141}" srcOrd="0" destOrd="0" presId="urn:microsoft.com/office/officeart/2008/layout/LinedList"/>
    <dgm:cxn modelId="{F50FE77C-4E03-42DA-A422-D9B0EA383DD0}" srcId="{8CCB1491-206C-4E07-840C-E0E77DBE4B9B}" destId="{B8F35EA3-2D53-4C3A-8892-F1FBE543FEAD}" srcOrd="2" destOrd="0" parTransId="{AF02567F-2F48-4464-AB99-CA935508A763}" sibTransId="{DBBF24C5-9B87-461B-9789-22683E81DEE4}"/>
    <dgm:cxn modelId="{64F71290-84F7-49FA-8757-CB604AB0C468}" type="presOf" srcId="{B8F35EA3-2D53-4C3A-8892-F1FBE543FEAD}" destId="{B8326CD7-C986-43AA-B152-94799FF29E22}" srcOrd="0" destOrd="0" presId="urn:microsoft.com/office/officeart/2008/layout/LinedList"/>
    <dgm:cxn modelId="{59E57F98-F14A-4653-AF0B-7ED0B13F2F65}" type="presOf" srcId="{9AF57409-046C-46AE-A08F-F480AD37A468}" destId="{779EE629-5E82-4435-9CAC-B9C3E6923FA0}" srcOrd="0" destOrd="0" presId="urn:microsoft.com/office/officeart/2008/layout/LinedList"/>
    <dgm:cxn modelId="{9ECA98E2-D674-4F49-8F2F-AFE623B12D9E}" type="presOf" srcId="{A5CE1388-7B90-4F0F-BC4B-B01FBD89F68A}" destId="{6A49EA32-E89B-44AC-B14D-CA66E57E3368}" srcOrd="0" destOrd="0" presId="urn:microsoft.com/office/officeart/2008/layout/LinedList"/>
    <dgm:cxn modelId="{168B2FC6-1E91-4EC0-B6F5-D780D398BF5D}" type="presParOf" srcId="{31B075B0-B875-4547-BFAE-3CDE51711B71}" destId="{DD367819-DBAF-4906-8BE3-FD43ACC919DF}" srcOrd="0" destOrd="0" presId="urn:microsoft.com/office/officeart/2008/layout/LinedList"/>
    <dgm:cxn modelId="{316BABE1-31CA-4438-A7EE-A3370BF1DD45}" type="presParOf" srcId="{31B075B0-B875-4547-BFAE-3CDE51711B71}" destId="{37052851-DAFD-4D9B-9150-B863C02C913B}" srcOrd="1" destOrd="0" presId="urn:microsoft.com/office/officeart/2008/layout/LinedList"/>
    <dgm:cxn modelId="{F3563457-1F9D-4A8A-A31C-6104248D5617}" type="presParOf" srcId="{37052851-DAFD-4D9B-9150-B863C02C913B}" destId="{779EE629-5E82-4435-9CAC-B9C3E6923FA0}" srcOrd="0" destOrd="0" presId="urn:microsoft.com/office/officeart/2008/layout/LinedList"/>
    <dgm:cxn modelId="{21C3F02E-5045-40C3-949A-B86943712975}" type="presParOf" srcId="{37052851-DAFD-4D9B-9150-B863C02C913B}" destId="{F286B411-6C76-4F50-BBCE-5911547E9AA0}" srcOrd="1" destOrd="0" presId="urn:microsoft.com/office/officeart/2008/layout/LinedList"/>
    <dgm:cxn modelId="{CAC9C80A-3043-44D9-A2BF-89EB7DFD394D}" type="presParOf" srcId="{31B075B0-B875-4547-BFAE-3CDE51711B71}" destId="{03FC26A3-D6AC-43E1-A31B-611F6408FCF9}" srcOrd="2" destOrd="0" presId="urn:microsoft.com/office/officeart/2008/layout/LinedList"/>
    <dgm:cxn modelId="{EB548C81-22F3-4DFF-9428-F39B45D41176}" type="presParOf" srcId="{31B075B0-B875-4547-BFAE-3CDE51711B71}" destId="{B1CDAA08-AFAF-443F-91B4-4BF17796867B}" srcOrd="3" destOrd="0" presId="urn:microsoft.com/office/officeart/2008/layout/LinedList"/>
    <dgm:cxn modelId="{1A5F4BB5-FF6D-48E5-B469-40F336D29750}" type="presParOf" srcId="{B1CDAA08-AFAF-443F-91B4-4BF17796867B}" destId="{EA30573F-3206-4B6B-91B2-B933E2997141}" srcOrd="0" destOrd="0" presId="urn:microsoft.com/office/officeart/2008/layout/LinedList"/>
    <dgm:cxn modelId="{270DDA50-91BD-4768-A4D4-7FC4F051BFEC}" type="presParOf" srcId="{B1CDAA08-AFAF-443F-91B4-4BF17796867B}" destId="{9D536D0E-86B9-4BB5-A95F-26524A173891}" srcOrd="1" destOrd="0" presId="urn:microsoft.com/office/officeart/2008/layout/LinedList"/>
    <dgm:cxn modelId="{B9FE7EAF-C4F2-4427-B089-F6EE19BBDB30}" type="presParOf" srcId="{31B075B0-B875-4547-BFAE-3CDE51711B71}" destId="{B5C5F0FE-6D52-41E5-BA61-77EA96C0EA47}" srcOrd="4" destOrd="0" presId="urn:microsoft.com/office/officeart/2008/layout/LinedList"/>
    <dgm:cxn modelId="{99EA8EDC-E8DA-4E7A-890B-AB96568E94D8}" type="presParOf" srcId="{31B075B0-B875-4547-BFAE-3CDE51711B71}" destId="{914B21E7-1662-402D-ABD5-FB51ED8D9DEE}" srcOrd="5" destOrd="0" presId="urn:microsoft.com/office/officeart/2008/layout/LinedList"/>
    <dgm:cxn modelId="{C25A9E20-82DE-4F26-AC1B-9E9A1C460583}" type="presParOf" srcId="{914B21E7-1662-402D-ABD5-FB51ED8D9DEE}" destId="{B8326CD7-C986-43AA-B152-94799FF29E22}" srcOrd="0" destOrd="0" presId="urn:microsoft.com/office/officeart/2008/layout/LinedList"/>
    <dgm:cxn modelId="{AFAB86B3-8A24-4364-BD79-206D8303EDBA}" type="presParOf" srcId="{914B21E7-1662-402D-ABD5-FB51ED8D9DEE}" destId="{53D5731A-7ACE-4639-AF38-81E1C287D7F2}" srcOrd="1" destOrd="0" presId="urn:microsoft.com/office/officeart/2008/layout/LinedList"/>
    <dgm:cxn modelId="{68931A35-509E-4293-8AAC-EF8C1F5E41C9}" type="presParOf" srcId="{31B075B0-B875-4547-BFAE-3CDE51711B71}" destId="{24C66E39-443F-42A0-9A25-B319681819B7}" srcOrd="6" destOrd="0" presId="urn:microsoft.com/office/officeart/2008/layout/LinedList"/>
    <dgm:cxn modelId="{D1CC6386-450F-4AD3-8BD6-659C5EDF1DF5}" type="presParOf" srcId="{31B075B0-B875-4547-BFAE-3CDE51711B71}" destId="{BBB902BF-9A06-4DB4-964D-E3F94CB1154A}" srcOrd="7" destOrd="0" presId="urn:microsoft.com/office/officeart/2008/layout/LinedList"/>
    <dgm:cxn modelId="{8729D326-FEE5-489F-92FE-8C64F199B43D}" type="presParOf" srcId="{BBB902BF-9A06-4DB4-964D-E3F94CB1154A}" destId="{6A49EA32-E89B-44AC-B14D-CA66E57E3368}" srcOrd="0" destOrd="0" presId="urn:microsoft.com/office/officeart/2008/layout/LinedList"/>
    <dgm:cxn modelId="{2EBFF027-1660-4EAA-9909-4F00DA4AB0EC}" type="presParOf" srcId="{BBB902BF-9A06-4DB4-964D-E3F94CB1154A}" destId="{4BCD6450-BF24-4E07-8FD1-B2AB07C1CB8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31B9B7D-4B22-4B5C-AFD2-D9A3A10734BA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2809267-185A-4804-B2DF-69A4184B43FA}">
      <dgm:prSet/>
      <dgm:spPr/>
      <dgm:t>
        <a:bodyPr/>
        <a:lstStyle/>
        <a:p>
          <a:r>
            <a:rPr lang="en-US"/>
            <a:t>Derived target revenue proxy.</a:t>
          </a:r>
        </a:p>
      </dgm:t>
    </dgm:pt>
    <dgm:pt modelId="{0FADA491-4994-4CBE-83C1-1B0E1DDB9A4A}" type="parTrans" cxnId="{52CC0169-DC8C-4A9E-B0BC-95283BA27A3E}">
      <dgm:prSet/>
      <dgm:spPr/>
      <dgm:t>
        <a:bodyPr/>
        <a:lstStyle/>
        <a:p>
          <a:endParaRPr lang="en-US"/>
        </a:p>
      </dgm:t>
    </dgm:pt>
    <dgm:pt modelId="{00A5FB4A-1D69-473F-9AD2-D7E4186DBD02}" type="sibTrans" cxnId="{52CC0169-DC8C-4A9E-B0BC-95283BA27A3E}">
      <dgm:prSet/>
      <dgm:spPr/>
      <dgm:t>
        <a:bodyPr/>
        <a:lstStyle/>
        <a:p>
          <a:endParaRPr lang="en-US"/>
        </a:p>
      </dgm:t>
    </dgm:pt>
    <dgm:pt modelId="{F50230F8-93CC-42AA-81B8-5DF72C7509D4}">
      <dgm:prSet/>
      <dgm:spPr/>
      <dgm:t>
        <a:bodyPr/>
        <a:lstStyle/>
        <a:p>
          <a:r>
            <a:rPr lang="en-US" dirty="0"/>
            <a:t>Created </a:t>
          </a:r>
          <a:r>
            <a:rPr lang="en-US" dirty="0" err="1"/>
            <a:t>room_type_numeric</a:t>
          </a:r>
          <a:r>
            <a:rPr lang="en-US" dirty="0"/>
            <a:t> + </a:t>
          </a:r>
          <a:r>
            <a:rPr lang="en-US" dirty="0" err="1"/>
            <a:t>is_entire_home</a:t>
          </a:r>
          <a:r>
            <a:rPr lang="en-US" dirty="0"/>
            <a:t>.</a:t>
          </a:r>
        </a:p>
      </dgm:t>
    </dgm:pt>
    <dgm:pt modelId="{665A8631-0EB7-4A9A-A497-8641A263B074}" type="parTrans" cxnId="{582141BD-B853-4D66-B0F2-5DC7EC221B5B}">
      <dgm:prSet/>
      <dgm:spPr/>
      <dgm:t>
        <a:bodyPr/>
        <a:lstStyle/>
        <a:p>
          <a:endParaRPr lang="en-US"/>
        </a:p>
      </dgm:t>
    </dgm:pt>
    <dgm:pt modelId="{6B8CCE4D-76F0-40A1-BAB8-4094FD5C9121}" type="sibTrans" cxnId="{582141BD-B853-4D66-B0F2-5DC7EC221B5B}">
      <dgm:prSet/>
      <dgm:spPr/>
      <dgm:t>
        <a:bodyPr/>
        <a:lstStyle/>
        <a:p>
          <a:endParaRPr lang="en-US"/>
        </a:p>
      </dgm:t>
    </dgm:pt>
    <dgm:pt modelId="{D9CC98B7-EA34-4C38-84EF-1CAB027348CD}">
      <dgm:prSet/>
      <dgm:spPr/>
      <dgm:t>
        <a:bodyPr/>
        <a:lstStyle/>
        <a:p>
          <a:r>
            <a:rPr lang="en-US" dirty="0" err="1"/>
            <a:t>Neighbourhood</a:t>
          </a:r>
          <a:r>
            <a:rPr lang="en-US" dirty="0"/>
            <a:t> encoding.</a:t>
          </a:r>
        </a:p>
      </dgm:t>
    </dgm:pt>
    <dgm:pt modelId="{B791F63E-7508-46D0-99B5-4A3B892BCB6F}" type="parTrans" cxnId="{C09E72B6-F41D-4E0E-83D3-703426D3524A}">
      <dgm:prSet/>
      <dgm:spPr/>
      <dgm:t>
        <a:bodyPr/>
        <a:lstStyle/>
        <a:p>
          <a:endParaRPr lang="en-US"/>
        </a:p>
      </dgm:t>
    </dgm:pt>
    <dgm:pt modelId="{5AED7B48-2FF2-40CF-911F-4C969AEC1327}" type="sibTrans" cxnId="{C09E72B6-F41D-4E0E-83D3-703426D3524A}">
      <dgm:prSet/>
      <dgm:spPr/>
      <dgm:t>
        <a:bodyPr/>
        <a:lstStyle/>
        <a:p>
          <a:endParaRPr lang="en-US"/>
        </a:p>
      </dgm:t>
    </dgm:pt>
    <dgm:pt modelId="{69B9B52A-9C5A-4010-A0BA-953BAD410BC5}">
      <dgm:prSet/>
      <dgm:spPr/>
      <dgm:t>
        <a:bodyPr/>
        <a:lstStyle/>
        <a:p>
          <a:r>
            <a:rPr lang="en-US"/>
            <a:t>Distance-to-center feature (geo-based signal).</a:t>
          </a:r>
        </a:p>
      </dgm:t>
    </dgm:pt>
    <dgm:pt modelId="{EF8728CB-8A5E-4E66-B4C8-010C1C4DB21C}" type="parTrans" cxnId="{87563554-DAAC-4889-9EE5-CB1636BF7AC7}">
      <dgm:prSet/>
      <dgm:spPr/>
      <dgm:t>
        <a:bodyPr/>
        <a:lstStyle/>
        <a:p>
          <a:endParaRPr lang="en-US"/>
        </a:p>
      </dgm:t>
    </dgm:pt>
    <dgm:pt modelId="{20B1BC5F-1B2D-4454-8B36-AE16F896A15E}" type="sibTrans" cxnId="{87563554-DAAC-4889-9EE5-CB1636BF7AC7}">
      <dgm:prSet/>
      <dgm:spPr/>
      <dgm:t>
        <a:bodyPr/>
        <a:lstStyle/>
        <a:p>
          <a:endParaRPr lang="en-US"/>
        </a:p>
      </dgm:t>
    </dgm:pt>
    <dgm:pt modelId="{34CB1AC6-F713-40D6-81D3-FFA8E98C3C15}" type="pres">
      <dgm:prSet presAssocID="{B31B9B7D-4B22-4B5C-AFD2-D9A3A10734BA}" presName="vert0" presStyleCnt="0">
        <dgm:presLayoutVars>
          <dgm:dir/>
          <dgm:animOne val="branch"/>
          <dgm:animLvl val="lvl"/>
        </dgm:presLayoutVars>
      </dgm:prSet>
      <dgm:spPr/>
    </dgm:pt>
    <dgm:pt modelId="{CA9E38B8-EF82-4561-8A99-E7D55F72117B}" type="pres">
      <dgm:prSet presAssocID="{D2809267-185A-4804-B2DF-69A4184B43FA}" presName="thickLine" presStyleLbl="alignNode1" presStyleIdx="0" presStyleCnt="4"/>
      <dgm:spPr/>
    </dgm:pt>
    <dgm:pt modelId="{6FC163EC-65B3-4B97-9D56-91BAFB52F215}" type="pres">
      <dgm:prSet presAssocID="{D2809267-185A-4804-B2DF-69A4184B43FA}" presName="horz1" presStyleCnt="0"/>
      <dgm:spPr/>
    </dgm:pt>
    <dgm:pt modelId="{9FF79DBB-B975-4B73-B05C-4B7AEB76C6DF}" type="pres">
      <dgm:prSet presAssocID="{D2809267-185A-4804-B2DF-69A4184B43FA}" presName="tx1" presStyleLbl="revTx" presStyleIdx="0" presStyleCnt="4"/>
      <dgm:spPr/>
    </dgm:pt>
    <dgm:pt modelId="{C0DB04A4-C3CD-4E06-809D-161E0A2D5464}" type="pres">
      <dgm:prSet presAssocID="{D2809267-185A-4804-B2DF-69A4184B43FA}" presName="vert1" presStyleCnt="0"/>
      <dgm:spPr/>
    </dgm:pt>
    <dgm:pt modelId="{0DD1F9AA-01C7-4246-9D9D-B69509B0E785}" type="pres">
      <dgm:prSet presAssocID="{F50230F8-93CC-42AA-81B8-5DF72C7509D4}" presName="thickLine" presStyleLbl="alignNode1" presStyleIdx="1" presStyleCnt="4"/>
      <dgm:spPr/>
    </dgm:pt>
    <dgm:pt modelId="{63A78189-26B0-4E17-984E-86B07391276F}" type="pres">
      <dgm:prSet presAssocID="{F50230F8-93CC-42AA-81B8-5DF72C7509D4}" presName="horz1" presStyleCnt="0"/>
      <dgm:spPr/>
    </dgm:pt>
    <dgm:pt modelId="{6B377003-B4E4-4361-B271-1560C16E3E4F}" type="pres">
      <dgm:prSet presAssocID="{F50230F8-93CC-42AA-81B8-5DF72C7509D4}" presName="tx1" presStyleLbl="revTx" presStyleIdx="1" presStyleCnt="4"/>
      <dgm:spPr/>
    </dgm:pt>
    <dgm:pt modelId="{F7F291DA-876C-433E-AE1F-18AE10C60ABE}" type="pres">
      <dgm:prSet presAssocID="{F50230F8-93CC-42AA-81B8-5DF72C7509D4}" presName="vert1" presStyleCnt="0"/>
      <dgm:spPr/>
    </dgm:pt>
    <dgm:pt modelId="{E77A93C5-1D6E-475D-B05E-822D2D129DCF}" type="pres">
      <dgm:prSet presAssocID="{D9CC98B7-EA34-4C38-84EF-1CAB027348CD}" presName="thickLine" presStyleLbl="alignNode1" presStyleIdx="2" presStyleCnt="4"/>
      <dgm:spPr/>
    </dgm:pt>
    <dgm:pt modelId="{C99CF2B3-99EB-4DAC-B322-C711AB45C86F}" type="pres">
      <dgm:prSet presAssocID="{D9CC98B7-EA34-4C38-84EF-1CAB027348CD}" presName="horz1" presStyleCnt="0"/>
      <dgm:spPr/>
    </dgm:pt>
    <dgm:pt modelId="{91A1B36E-0440-4D5E-8446-195279436F76}" type="pres">
      <dgm:prSet presAssocID="{D9CC98B7-EA34-4C38-84EF-1CAB027348CD}" presName="tx1" presStyleLbl="revTx" presStyleIdx="2" presStyleCnt="4"/>
      <dgm:spPr/>
    </dgm:pt>
    <dgm:pt modelId="{8AA2B568-6DB4-4D88-B49A-A55708CB8E43}" type="pres">
      <dgm:prSet presAssocID="{D9CC98B7-EA34-4C38-84EF-1CAB027348CD}" presName="vert1" presStyleCnt="0"/>
      <dgm:spPr/>
    </dgm:pt>
    <dgm:pt modelId="{031406BE-4994-41F2-AEFB-B75441DF55ED}" type="pres">
      <dgm:prSet presAssocID="{69B9B52A-9C5A-4010-A0BA-953BAD410BC5}" presName="thickLine" presStyleLbl="alignNode1" presStyleIdx="3" presStyleCnt="4"/>
      <dgm:spPr/>
    </dgm:pt>
    <dgm:pt modelId="{1C7D7EAE-ACF1-470E-B388-BCB307FD2256}" type="pres">
      <dgm:prSet presAssocID="{69B9B52A-9C5A-4010-A0BA-953BAD410BC5}" presName="horz1" presStyleCnt="0"/>
      <dgm:spPr/>
    </dgm:pt>
    <dgm:pt modelId="{E7E12DF4-0025-4A50-AE83-884DB3E67418}" type="pres">
      <dgm:prSet presAssocID="{69B9B52A-9C5A-4010-A0BA-953BAD410BC5}" presName="tx1" presStyleLbl="revTx" presStyleIdx="3" presStyleCnt="4"/>
      <dgm:spPr/>
    </dgm:pt>
    <dgm:pt modelId="{B4D89209-07D5-44BC-B945-4839FF69D8C3}" type="pres">
      <dgm:prSet presAssocID="{69B9B52A-9C5A-4010-A0BA-953BAD410BC5}" presName="vert1" presStyleCnt="0"/>
      <dgm:spPr/>
    </dgm:pt>
  </dgm:ptLst>
  <dgm:cxnLst>
    <dgm:cxn modelId="{52CC0169-DC8C-4A9E-B0BC-95283BA27A3E}" srcId="{B31B9B7D-4B22-4B5C-AFD2-D9A3A10734BA}" destId="{D2809267-185A-4804-B2DF-69A4184B43FA}" srcOrd="0" destOrd="0" parTransId="{0FADA491-4994-4CBE-83C1-1B0E1DDB9A4A}" sibTransId="{00A5FB4A-1D69-473F-9AD2-D7E4186DBD02}"/>
    <dgm:cxn modelId="{87563554-DAAC-4889-9EE5-CB1636BF7AC7}" srcId="{B31B9B7D-4B22-4B5C-AFD2-D9A3A10734BA}" destId="{69B9B52A-9C5A-4010-A0BA-953BAD410BC5}" srcOrd="3" destOrd="0" parTransId="{EF8728CB-8A5E-4E66-B4C8-010C1C4DB21C}" sibTransId="{20B1BC5F-1B2D-4454-8B36-AE16F896A15E}"/>
    <dgm:cxn modelId="{8560B684-7CED-4D0C-9894-A3993582BEEC}" type="presOf" srcId="{F50230F8-93CC-42AA-81B8-5DF72C7509D4}" destId="{6B377003-B4E4-4361-B271-1560C16E3E4F}" srcOrd="0" destOrd="0" presId="urn:microsoft.com/office/officeart/2008/layout/LinedList"/>
    <dgm:cxn modelId="{67598FA4-FB69-4172-907C-07D9931EA9AF}" type="presOf" srcId="{69B9B52A-9C5A-4010-A0BA-953BAD410BC5}" destId="{E7E12DF4-0025-4A50-AE83-884DB3E67418}" srcOrd="0" destOrd="0" presId="urn:microsoft.com/office/officeart/2008/layout/LinedList"/>
    <dgm:cxn modelId="{C09E72B6-F41D-4E0E-83D3-703426D3524A}" srcId="{B31B9B7D-4B22-4B5C-AFD2-D9A3A10734BA}" destId="{D9CC98B7-EA34-4C38-84EF-1CAB027348CD}" srcOrd="2" destOrd="0" parTransId="{B791F63E-7508-46D0-99B5-4A3B892BCB6F}" sibTransId="{5AED7B48-2FF2-40CF-911F-4C969AEC1327}"/>
    <dgm:cxn modelId="{582141BD-B853-4D66-B0F2-5DC7EC221B5B}" srcId="{B31B9B7D-4B22-4B5C-AFD2-D9A3A10734BA}" destId="{F50230F8-93CC-42AA-81B8-5DF72C7509D4}" srcOrd="1" destOrd="0" parTransId="{665A8631-0EB7-4A9A-A497-8641A263B074}" sibTransId="{6B8CCE4D-76F0-40A1-BAB8-4094FD5C9121}"/>
    <dgm:cxn modelId="{704CFEC1-6A49-44BE-90A0-7E054CF72F4C}" type="presOf" srcId="{D9CC98B7-EA34-4C38-84EF-1CAB027348CD}" destId="{91A1B36E-0440-4D5E-8446-195279436F76}" srcOrd="0" destOrd="0" presId="urn:microsoft.com/office/officeart/2008/layout/LinedList"/>
    <dgm:cxn modelId="{78A190CA-50F5-4558-B2DD-22C6DBD4B27C}" type="presOf" srcId="{B31B9B7D-4B22-4B5C-AFD2-D9A3A10734BA}" destId="{34CB1AC6-F713-40D6-81D3-FFA8E98C3C15}" srcOrd="0" destOrd="0" presId="urn:microsoft.com/office/officeart/2008/layout/LinedList"/>
    <dgm:cxn modelId="{305C80E4-38C9-40B4-BEA1-2CEFAEF68FE6}" type="presOf" srcId="{D2809267-185A-4804-B2DF-69A4184B43FA}" destId="{9FF79DBB-B975-4B73-B05C-4B7AEB76C6DF}" srcOrd="0" destOrd="0" presId="urn:microsoft.com/office/officeart/2008/layout/LinedList"/>
    <dgm:cxn modelId="{90D2235E-529E-40D8-A4D7-6706412F7738}" type="presParOf" srcId="{34CB1AC6-F713-40D6-81D3-FFA8E98C3C15}" destId="{CA9E38B8-EF82-4561-8A99-E7D55F72117B}" srcOrd="0" destOrd="0" presId="urn:microsoft.com/office/officeart/2008/layout/LinedList"/>
    <dgm:cxn modelId="{2DA0AC78-71F1-467E-A236-4655F4D51A7C}" type="presParOf" srcId="{34CB1AC6-F713-40D6-81D3-FFA8E98C3C15}" destId="{6FC163EC-65B3-4B97-9D56-91BAFB52F215}" srcOrd="1" destOrd="0" presId="urn:microsoft.com/office/officeart/2008/layout/LinedList"/>
    <dgm:cxn modelId="{5E704F46-D3DC-45A4-A1D1-93C8F0523F67}" type="presParOf" srcId="{6FC163EC-65B3-4B97-9D56-91BAFB52F215}" destId="{9FF79DBB-B975-4B73-B05C-4B7AEB76C6DF}" srcOrd="0" destOrd="0" presId="urn:microsoft.com/office/officeart/2008/layout/LinedList"/>
    <dgm:cxn modelId="{4423B7DE-946B-4585-9B43-32A5B28504A6}" type="presParOf" srcId="{6FC163EC-65B3-4B97-9D56-91BAFB52F215}" destId="{C0DB04A4-C3CD-4E06-809D-161E0A2D5464}" srcOrd="1" destOrd="0" presId="urn:microsoft.com/office/officeart/2008/layout/LinedList"/>
    <dgm:cxn modelId="{5AA5691A-8946-4712-94CC-EB1BA251B0B3}" type="presParOf" srcId="{34CB1AC6-F713-40D6-81D3-FFA8E98C3C15}" destId="{0DD1F9AA-01C7-4246-9D9D-B69509B0E785}" srcOrd="2" destOrd="0" presId="urn:microsoft.com/office/officeart/2008/layout/LinedList"/>
    <dgm:cxn modelId="{524E246B-5634-441E-8DBF-FB120D4014AE}" type="presParOf" srcId="{34CB1AC6-F713-40D6-81D3-FFA8E98C3C15}" destId="{63A78189-26B0-4E17-984E-86B07391276F}" srcOrd="3" destOrd="0" presId="urn:microsoft.com/office/officeart/2008/layout/LinedList"/>
    <dgm:cxn modelId="{E68465C8-E9B7-47BA-8818-943E870D2CDF}" type="presParOf" srcId="{63A78189-26B0-4E17-984E-86B07391276F}" destId="{6B377003-B4E4-4361-B271-1560C16E3E4F}" srcOrd="0" destOrd="0" presId="urn:microsoft.com/office/officeart/2008/layout/LinedList"/>
    <dgm:cxn modelId="{C4762059-C0AE-4553-B54C-309412246DC8}" type="presParOf" srcId="{63A78189-26B0-4E17-984E-86B07391276F}" destId="{F7F291DA-876C-433E-AE1F-18AE10C60ABE}" srcOrd="1" destOrd="0" presId="urn:microsoft.com/office/officeart/2008/layout/LinedList"/>
    <dgm:cxn modelId="{89498995-F08F-424C-A30E-77591B858BDA}" type="presParOf" srcId="{34CB1AC6-F713-40D6-81D3-FFA8E98C3C15}" destId="{E77A93C5-1D6E-475D-B05E-822D2D129DCF}" srcOrd="4" destOrd="0" presId="urn:microsoft.com/office/officeart/2008/layout/LinedList"/>
    <dgm:cxn modelId="{8FC4E3CA-DFC2-4163-B322-0C220D25D1BA}" type="presParOf" srcId="{34CB1AC6-F713-40D6-81D3-FFA8E98C3C15}" destId="{C99CF2B3-99EB-4DAC-B322-C711AB45C86F}" srcOrd="5" destOrd="0" presId="urn:microsoft.com/office/officeart/2008/layout/LinedList"/>
    <dgm:cxn modelId="{910E2A30-54ED-4144-8537-9F93F2FD61D9}" type="presParOf" srcId="{C99CF2B3-99EB-4DAC-B322-C711AB45C86F}" destId="{91A1B36E-0440-4D5E-8446-195279436F76}" srcOrd="0" destOrd="0" presId="urn:microsoft.com/office/officeart/2008/layout/LinedList"/>
    <dgm:cxn modelId="{8EBDBD2F-0269-4701-963F-D1EEA705A7F1}" type="presParOf" srcId="{C99CF2B3-99EB-4DAC-B322-C711AB45C86F}" destId="{8AA2B568-6DB4-4D88-B49A-A55708CB8E43}" srcOrd="1" destOrd="0" presId="urn:microsoft.com/office/officeart/2008/layout/LinedList"/>
    <dgm:cxn modelId="{2B73A8FF-C2E3-4362-8106-79D37A7C0B04}" type="presParOf" srcId="{34CB1AC6-F713-40D6-81D3-FFA8E98C3C15}" destId="{031406BE-4994-41F2-AEFB-B75441DF55ED}" srcOrd="6" destOrd="0" presId="urn:microsoft.com/office/officeart/2008/layout/LinedList"/>
    <dgm:cxn modelId="{11F40891-D610-4ADD-8B84-12F8B6F1E7EA}" type="presParOf" srcId="{34CB1AC6-F713-40D6-81D3-FFA8E98C3C15}" destId="{1C7D7EAE-ACF1-470E-B388-BCB307FD2256}" srcOrd="7" destOrd="0" presId="urn:microsoft.com/office/officeart/2008/layout/LinedList"/>
    <dgm:cxn modelId="{3A56DAF6-EBE9-43D9-A18D-436BED880D28}" type="presParOf" srcId="{1C7D7EAE-ACF1-470E-B388-BCB307FD2256}" destId="{E7E12DF4-0025-4A50-AE83-884DB3E67418}" srcOrd="0" destOrd="0" presId="urn:microsoft.com/office/officeart/2008/layout/LinedList"/>
    <dgm:cxn modelId="{74AD56C3-D477-4AEB-A65B-E0A5966D113B}" type="presParOf" srcId="{1C7D7EAE-ACF1-470E-B388-BCB307FD2256}" destId="{B4D89209-07D5-44BC-B945-4839FF69D8C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87D43E0-8F50-4266-B5B3-C4A95BA210C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165506C-4104-4388-A42C-84843B294C19}">
      <dgm:prSet/>
      <dgm:spPr/>
      <dgm:t>
        <a:bodyPr/>
        <a:lstStyle/>
        <a:p>
          <a:r>
            <a:rPr lang="en-US" dirty="0"/>
            <a:t>Districts 6, 14, 9 generate the highest revenue.</a:t>
          </a:r>
        </a:p>
      </dgm:t>
    </dgm:pt>
    <dgm:pt modelId="{1751089E-26B9-486A-9377-041D29478459}" type="parTrans" cxnId="{9226392B-8A2F-4C3C-8C92-C085CF687788}">
      <dgm:prSet/>
      <dgm:spPr/>
      <dgm:t>
        <a:bodyPr/>
        <a:lstStyle/>
        <a:p>
          <a:endParaRPr lang="en-US"/>
        </a:p>
      </dgm:t>
    </dgm:pt>
    <dgm:pt modelId="{982376A6-6BAB-4560-AC1C-22329F6C0BF6}" type="sibTrans" cxnId="{9226392B-8A2F-4C3C-8C92-C085CF687788}">
      <dgm:prSet/>
      <dgm:spPr/>
      <dgm:t>
        <a:bodyPr/>
        <a:lstStyle/>
        <a:p>
          <a:endParaRPr lang="en-US"/>
        </a:p>
      </dgm:t>
    </dgm:pt>
    <dgm:pt modelId="{18134AE0-0834-4B7F-87E3-4BF0BF544F86}">
      <dgm:prSet/>
      <dgm:spPr/>
      <dgm:t>
        <a:bodyPr/>
        <a:lstStyle/>
        <a:p>
          <a:r>
            <a:rPr lang="en-US"/>
            <a:t>Entire homes outperform private/shared rooms.</a:t>
          </a:r>
        </a:p>
      </dgm:t>
    </dgm:pt>
    <dgm:pt modelId="{6542851D-0E96-4920-B527-4DAE34F4E126}" type="parTrans" cxnId="{5DB787A9-C122-44CA-BD30-55A6DE0CC500}">
      <dgm:prSet/>
      <dgm:spPr/>
      <dgm:t>
        <a:bodyPr/>
        <a:lstStyle/>
        <a:p>
          <a:endParaRPr lang="en-US"/>
        </a:p>
      </dgm:t>
    </dgm:pt>
    <dgm:pt modelId="{419FFCAD-17EE-46CD-A37B-DC2017DB617D}" type="sibTrans" cxnId="{5DB787A9-C122-44CA-BD30-55A6DE0CC500}">
      <dgm:prSet/>
      <dgm:spPr/>
      <dgm:t>
        <a:bodyPr/>
        <a:lstStyle/>
        <a:p>
          <a:endParaRPr lang="en-US"/>
        </a:p>
      </dgm:t>
    </dgm:pt>
    <dgm:pt modelId="{CA509D84-9C53-4A94-BC83-ACE2E5FBF82D}">
      <dgm:prSet/>
      <dgm:spPr/>
      <dgm:t>
        <a:bodyPr/>
        <a:lstStyle/>
        <a:p>
          <a:r>
            <a:rPr lang="en-US" dirty="0"/>
            <a:t>Strong geographic clustering of high-revenue listings.</a:t>
          </a:r>
        </a:p>
      </dgm:t>
    </dgm:pt>
    <dgm:pt modelId="{66809ACD-C870-4A56-838A-213AB57DB050}" type="parTrans" cxnId="{7DB5FEBF-0AD5-47E5-AC45-03B4C60EDD8E}">
      <dgm:prSet/>
      <dgm:spPr/>
      <dgm:t>
        <a:bodyPr/>
        <a:lstStyle/>
        <a:p>
          <a:endParaRPr lang="en-US"/>
        </a:p>
      </dgm:t>
    </dgm:pt>
    <dgm:pt modelId="{185AD4B0-34EA-4ACD-A17C-D9F80BF222D4}" type="sibTrans" cxnId="{7DB5FEBF-0AD5-47E5-AC45-03B4C60EDD8E}">
      <dgm:prSet/>
      <dgm:spPr/>
      <dgm:t>
        <a:bodyPr/>
        <a:lstStyle/>
        <a:p>
          <a:endParaRPr lang="en-US"/>
        </a:p>
      </dgm:t>
    </dgm:pt>
    <dgm:pt modelId="{EF57A7D4-B7F6-43F7-9A1C-CBF41F4E07FB}">
      <dgm:prSet/>
      <dgm:spPr/>
      <dgm:t>
        <a:bodyPr/>
        <a:lstStyle/>
        <a:p>
          <a:r>
            <a:rPr lang="en-US"/>
            <a:t>Availability correlates with revenue but excluded from modeling to avoid leakage.</a:t>
          </a:r>
        </a:p>
      </dgm:t>
    </dgm:pt>
    <dgm:pt modelId="{EE85469C-632C-487C-8897-7E09D2C33303}" type="parTrans" cxnId="{097A6C18-ED96-4F29-9BD3-883C6BCE880B}">
      <dgm:prSet/>
      <dgm:spPr/>
      <dgm:t>
        <a:bodyPr/>
        <a:lstStyle/>
        <a:p>
          <a:endParaRPr lang="en-US"/>
        </a:p>
      </dgm:t>
    </dgm:pt>
    <dgm:pt modelId="{FB6552DD-0BAE-4701-8CE4-5F9C6BEFCEAC}" type="sibTrans" cxnId="{097A6C18-ED96-4F29-9BD3-883C6BCE880B}">
      <dgm:prSet/>
      <dgm:spPr/>
      <dgm:t>
        <a:bodyPr/>
        <a:lstStyle/>
        <a:p>
          <a:endParaRPr lang="en-US"/>
        </a:p>
      </dgm:t>
    </dgm:pt>
    <dgm:pt modelId="{4EDA5613-1B5B-47DF-9A8F-67337263BBB0}" type="pres">
      <dgm:prSet presAssocID="{B87D43E0-8F50-4266-B5B3-C4A95BA210C5}" presName="vert0" presStyleCnt="0">
        <dgm:presLayoutVars>
          <dgm:dir/>
          <dgm:animOne val="branch"/>
          <dgm:animLvl val="lvl"/>
        </dgm:presLayoutVars>
      </dgm:prSet>
      <dgm:spPr/>
    </dgm:pt>
    <dgm:pt modelId="{D3347F5F-2582-4988-BFCC-70B6E72D741D}" type="pres">
      <dgm:prSet presAssocID="{B165506C-4104-4388-A42C-84843B294C19}" presName="thickLine" presStyleLbl="alignNode1" presStyleIdx="0" presStyleCnt="4"/>
      <dgm:spPr/>
    </dgm:pt>
    <dgm:pt modelId="{7C95729F-EBB1-4A45-BDCD-5D395472A17C}" type="pres">
      <dgm:prSet presAssocID="{B165506C-4104-4388-A42C-84843B294C19}" presName="horz1" presStyleCnt="0"/>
      <dgm:spPr/>
    </dgm:pt>
    <dgm:pt modelId="{D0C1F696-DD2C-4496-A05C-CFE7F74A0631}" type="pres">
      <dgm:prSet presAssocID="{B165506C-4104-4388-A42C-84843B294C19}" presName="tx1" presStyleLbl="revTx" presStyleIdx="0" presStyleCnt="4"/>
      <dgm:spPr/>
    </dgm:pt>
    <dgm:pt modelId="{CE9F8C77-2DA6-4632-8FDA-805ED240158E}" type="pres">
      <dgm:prSet presAssocID="{B165506C-4104-4388-A42C-84843B294C19}" presName="vert1" presStyleCnt="0"/>
      <dgm:spPr/>
    </dgm:pt>
    <dgm:pt modelId="{56855C23-16E4-4FF3-A4BF-96CC5382E5EB}" type="pres">
      <dgm:prSet presAssocID="{18134AE0-0834-4B7F-87E3-4BF0BF544F86}" presName="thickLine" presStyleLbl="alignNode1" presStyleIdx="1" presStyleCnt="4"/>
      <dgm:spPr/>
    </dgm:pt>
    <dgm:pt modelId="{E18733A6-91DE-43B2-9BA9-CDB4E7703868}" type="pres">
      <dgm:prSet presAssocID="{18134AE0-0834-4B7F-87E3-4BF0BF544F86}" presName="horz1" presStyleCnt="0"/>
      <dgm:spPr/>
    </dgm:pt>
    <dgm:pt modelId="{0AEF4F93-12F0-4ED5-9A1C-8E939A819E77}" type="pres">
      <dgm:prSet presAssocID="{18134AE0-0834-4B7F-87E3-4BF0BF544F86}" presName="tx1" presStyleLbl="revTx" presStyleIdx="1" presStyleCnt="4"/>
      <dgm:spPr/>
    </dgm:pt>
    <dgm:pt modelId="{093C9FDC-BEC0-48A9-B842-7BA59F8CC5F5}" type="pres">
      <dgm:prSet presAssocID="{18134AE0-0834-4B7F-87E3-4BF0BF544F86}" presName="vert1" presStyleCnt="0"/>
      <dgm:spPr/>
    </dgm:pt>
    <dgm:pt modelId="{7F1A8EA0-1544-43AE-83FC-DBF32641309B}" type="pres">
      <dgm:prSet presAssocID="{CA509D84-9C53-4A94-BC83-ACE2E5FBF82D}" presName="thickLine" presStyleLbl="alignNode1" presStyleIdx="2" presStyleCnt="4"/>
      <dgm:spPr/>
    </dgm:pt>
    <dgm:pt modelId="{F7804B69-B112-4D46-B1C2-2E5D8D7A8C32}" type="pres">
      <dgm:prSet presAssocID="{CA509D84-9C53-4A94-BC83-ACE2E5FBF82D}" presName="horz1" presStyleCnt="0"/>
      <dgm:spPr/>
    </dgm:pt>
    <dgm:pt modelId="{E5A69C6D-6545-4543-8A14-3FC9F56A9551}" type="pres">
      <dgm:prSet presAssocID="{CA509D84-9C53-4A94-BC83-ACE2E5FBF82D}" presName="tx1" presStyleLbl="revTx" presStyleIdx="2" presStyleCnt="4"/>
      <dgm:spPr/>
    </dgm:pt>
    <dgm:pt modelId="{7BCB0275-3E94-4A44-A3B8-39CC76775E82}" type="pres">
      <dgm:prSet presAssocID="{CA509D84-9C53-4A94-BC83-ACE2E5FBF82D}" presName="vert1" presStyleCnt="0"/>
      <dgm:spPr/>
    </dgm:pt>
    <dgm:pt modelId="{16EA913E-B4DE-472A-A03C-D30B6567A9E9}" type="pres">
      <dgm:prSet presAssocID="{EF57A7D4-B7F6-43F7-9A1C-CBF41F4E07FB}" presName="thickLine" presStyleLbl="alignNode1" presStyleIdx="3" presStyleCnt="4"/>
      <dgm:spPr/>
    </dgm:pt>
    <dgm:pt modelId="{E057CFB0-89EB-4127-A0E1-1D9D0F2F06BD}" type="pres">
      <dgm:prSet presAssocID="{EF57A7D4-B7F6-43F7-9A1C-CBF41F4E07FB}" presName="horz1" presStyleCnt="0"/>
      <dgm:spPr/>
    </dgm:pt>
    <dgm:pt modelId="{F8A7B327-7475-44A3-A3A6-680E618BAB69}" type="pres">
      <dgm:prSet presAssocID="{EF57A7D4-B7F6-43F7-9A1C-CBF41F4E07FB}" presName="tx1" presStyleLbl="revTx" presStyleIdx="3" presStyleCnt="4"/>
      <dgm:spPr/>
    </dgm:pt>
    <dgm:pt modelId="{C24A787C-3989-4D78-BCD6-838A31DEE355}" type="pres">
      <dgm:prSet presAssocID="{EF57A7D4-B7F6-43F7-9A1C-CBF41F4E07FB}" presName="vert1" presStyleCnt="0"/>
      <dgm:spPr/>
    </dgm:pt>
  </dgm:ptLst>
  <dgm:cxnLst>
    <dgm:cxn modelId="{ADC5B104-0072-48C2-850C-9B79183FFFD3}" type="presOf" srcId="{18134AE0-0834-4B7F-87E3-4BF0BF544F86}" destId="{0AEF4F93-12F0-4ED5-9A1C-8E939A819E77}" srcOrd="0" destOrd="0" presId="urn:microsoft.com/office/officeart/2008/layout/LinedList"/>
    <dgm:cxn modelId="{097A6C18-ED96-4F29-9BD3-883C6BCE880B}" srcId="{B87D43E0-8F50-4266-B5B3-C4A95BA210C5}" destId="{EF57A7D4-B7F6-43F7-9A1C-CBF41F4E07FB}" srcOrd="3" destOrd="0" parTransId="{EE85469C-632C-487C-8897-7E09D2C33303}" sibTransId="{FB6552DD-0BAE-4701-8CE4-5F9C6BEFCEAC}"/>
    <dgm:cxn modelId="{9226392B-8A2F-4C3C-8C92-C085CF687788}" srcId="{B87D43E0-8F50-4266-B5B3-C4A95BA210C5}" destId="{B165506C-4104-4388-A42C-84843B294C19}" srcOrd="0" destOrd="0" parTransId="{1751089E-26B9-486A-9377-041D29478459}" sibTransId="{982376A6-6BAB-4560-AC1C-22329F6C0BF6}"/>
    <dgm:cxn modelId="{3991A330-16E0-461F-A2AD-4D5BC9523FEE}" type="presOf" srcId="{CA509D84-9C53-4A94-BC83-ACE2E5FBF82D}" destId="{E5A69C6D-6545-4543-8A14-3FC9F56A9551}" srcOrd="0" destOrd="0" presId="urn:microsoft.com/office/officeart/2008/layout/LinedList"/>
    <dgm:cxn modelId="{E4D43F3C-645B-4631-B5BB-D10653C30D49}" type="presOf" srcId="{B165506C-4104-4388-A42C-84843B294C19}" destId="{D0C1F696-DD2C-4496-A05C-CFE7F74A0631}" srcOrd="0" destOrd="0" presId="urn:microsoft.com/office/officeart/2008/layout/LinedList"/>
    <dgm:cxn modelId="{191F8065-7F89-427F-BDAB-7984CF95F149}" type="presOf" srcId="{B87D43E0-8F50-4266-B5B3-C4A95BA210C5}" destId="{4EDA5613-1B5B-47DF-9A8F-67337263BBB0}" srcOrd="0" destOrd="0" presId="urn:microsoft.com/office/officeart/2008/layout/LinedList"/>
    <dgm:cxn modelId="{5DB787A9-C122-44CA-BD30-55A6DE0CC500}" srcId="{B87D43E0-8F50-4266-B5B3-C4A95BA210C5}" destId="{18134AE0-0834-4B7F-87E3-4BF0BF544F86}" srcOrd="1" destOrd="0" parTransId="{6542851D-0E96-4920-B527-4DAE34F4E126}" sibTransId="{419FFCAD-17EE-46CD-A37B-DC2017DB617D}"/>
    <dgm:cxn modelId="{7DB5FEBF-0AD5-47E5-AC45-03B4C60EDD8E}" srcId="{B87D43E0-8F50-4266-B5B3-C4A95BA210C5}" destId="{CA509D84-9C53-4A94-BC83-ACE2E5FBF82D}" srcOrd="2" destOrd="0" parTransId="{66809ACD-C870-4A56-838A-213AB57DB050}" sibTransId="{185AD4B0-34EA-4ACD-A17C-D9F80BF222D4}"/>
    <dgm:cxn modelId="{1A0ABFC6-DB74-42A4-9D2A-C05150CCDD9F}" type="presOf" srcId="{EF57A7D4-B7F6-43F7-9A1C-CBF41F4E07FB}" destId="{F8A7B327-7475-44A3-A3A6-680E618BAB69}" srcOrd="0" destOrd="0" presId="urn:microsoft.com/office/officeart/2008/layout/LinedList"/>
    <dgm:cxn modelId="{FF86DD0F-6AD1-47E7-822F-8C4082FECBA0}" type="presParOf" srcId="{4EDA5613-1B5B-47DF-9A8F-67337263BBB0}" destId="{D3347F5F-2582-4988-BFCC-70B6E72D741D}" srcOrd="0" destOrd="0" presId="urn:microsoft.com/office/officeart/2008/layout/LinedList"/>
    <dgm:cxn modelId="{44999B53-4181-4D4C-9F56-9F5AE63C02F8}" type="presParOf" srcId="{4EDA5613-1B5B-47DF-9A8F-67337263BBB0}" destId="{7C95729F-EBB1-4A45-BDCD-5D395472A17C}" srcOrd="1" destOrd="0" presId="urn:microsoft.com/office/officeart/2008/layout/LinedList"/>
    <dgm:cxn modelId="{CB05F2D1-88C9-497E-8CF5-336AA8E97163}" type="presParOf" srcId="{7C95729F-EBB1-4A45-BDCD-5D395472A17C}" destId="{D0C1F696-DD2C-4496-A05C-CFE7F74A0631}" srcOrd="0" destOrd="0" presId="urn:microsoft.com/office/officeart/2008/layout/LinedList"/>
    <dgm:cxn modelId="{9A7DF800-6713-4319-A417-7AC543C0723A}" type="presParOf" srcId="{7C95729F-EBB1-4A45-BDCD-5D395472A17C}" destId="{CE9F8C77-2DA6-4632-8FDA-805ED240158E}" srcOrd="1" destOrd="0" presId="urn:microsoft.com/office/officeart/2008/layout/LinedList"/>
    <dgm:cxn modelId="{C15742D4-EBDB-4D11-A290-F5F13F5BE18C}" type="presParOf" srcId="{4EDA5613-1B5B-47DF-9A8F-67337263BBB0}" destId="{56855C23-16E4-4FF3-A4BF-96CC5382E5EB}" srcOrd="2" destOrd="0" presId="urn:microsoft.com/office/officeart/2008/layout/LinedList"/>
    <dgm:cxn modelId="{79AA0369-682C-4512-A877-413C59BC80E2}" type="presParOf" srcId="{4EDA5613-1B5B-47DF-9A8F-67337263BBB0}" destId="{E18733A6-91DE-43B2-9BA9-CDB4E7703868}" srcOrd="3" destOrd="0" presId="urn:microsoft.com/office/officeart/2008/layout/LinedList"/>
    <dgm:cxn modelId="{8A86C1CD-4980-40C0-8C78-C50141662023}" type="presParOf" srcId="{E18733A6-91DE-43B2-9BA9-CDB4E7703868}" destId="{0AEF4F93-12F0-4ED5-9A1C-8E939A819E77}" srcOrd="0" destOrd="0" presId="urn:microsoft.com/office/officeart/2008/layout/LinedList"/>
    <dgm:cxn modelId="{63BFAFAD-AE9A-4DB5-BA35-A65EDBA1C24A}" type="presParOf" srcId="{E18733A6-91DE-43B2-9BA9-CDB4E7703868}" destId="{093C9FDC-BEC0-48A9-B842-7BA59F8CC5F5}" srcOrd="1" destOrd="0" presId="urn:microsoft.com/office/officeart/2008/layout/LinedList"/>
    <dgm:cxn modelId="{5EF73D3A-BCAC-475F-9ACD-F9BB5EBD3A49}" type="presParOf" srcId="{4EDA5613-1B5B-47DF-9A8F-67337263BBB0}" destId="{7F1A8EA0-1544-43AE-83FC-DBF32641309B}" srcOrd="4" destOrd="0" presId="urn:microsoft.com/office/officeart/2008/layout/LinedList"/>
    <dgm:cxn modelId="{78EE907B-D4D8-403F-9F7B-3D4E93509487}" type="presParOf" srcId="{4EDA5613-1B5B-47DF-9A8F-67337263BBB0}" destId="{F7804B69-B112-4D46-B1C2-2E5D8D7A8C32}" srcOrd="5" destOrd="0" presId="urn:microsoft.com/office/officeart/2008/layout/LinedList"/>
    <dgm:cxn modelId="{953FE725-09FF-4877-AB69-DAAF9AC1CAAB}" type="presParOf" srcId="{F7804B69-B112-4D46-B1C2-2E5D8D7A8C32}" destId="{E5A69C6D-6545-4543-8A14-3FC9F56A9551}" srcOrd="0" destOrd="0" presId="urn:microsoft.com/office/officeart/2008/layout/LinedList"/>
    <dgm:cxn modelId="{0CB994DF-2035-474A-8358-B532488958D1}" type="presParOf" srcId="{F7804B69-B112-4D46-B1C2-2E5D8D7A8C32}" destId="{7BCB0275-3E94-4A44-A3B8-39CC76775E82}" srcOrd="1" destOrd="0" presId="urn:microsoft.com/office/officeart/2008/layout/LinedList"/>
    <dgm:cxn modelId="{A7772D40-803C-4FFE-951E-EBB464F02EEE}" type="presParOf" srcId="{4EDA5613-1B5B-47DF-9A8F-67337263BBB0}" destId="{16EA913E-B4DE-472A-A03C-D30B6567A9E9}" srcOrd="6" destOrd="0" presId="urn:microsoft.com/office/officeart/2008/layout/LinedList"/>
    <dgm:cxn modelId="{DFE5A3AF-171C-4AD5-989B-C68A17EFDF08}" type="presParOf" srcId="{4EDA5613-1B5B-47DF-9A8F-67337263BBB0}" destId="{E057CFB0-89EB-4127-A0E1-1D9D0F2F06BD}" srcOrd="7" destOrd="0" presId="urn:microsoft.com/office/officeart/2008/layout/LinedList"/>
    <dgm:cxn modelId="{70FBC3DE-8D95-4AB6-930B-1E1B8BB93876}" type="presParOf" srcId="{E057CFB0-89EB-4127-A0E1-1D9D0F2F06BD}" destId="{F8A7B327-7475-44A3-A3A6-680E618BAB69}" srcOrd="0" destOrd="0" presId="urn:microsoft.com/office/officeart/2008/layout/LinedList"/>
    <dgm:cxn modelId="{F91D2C14-B4B8-4034-AD0F-30AD3396765A}" type="presParOf" srcId="{E057CFB0-89EB-4127-A0E1-1D9D0F2F06BD}" destId="{C24A787C-3989-4D78-BCD6-838A31DEE35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E8CB725-18F9-450A-B613-95EE2903EE60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8300551-0929-400F-8D0E-FF221D3FB816}">
      <dgm:prSet/>
      <dgm:spPr/>
      <dgm:t>
        <a:bodyPr/>
        <a:lstStyle/>
        <a:p>
          <a:r>
            <a:rPr lang="en-US"/>
            <a:t>Tried Ridge Regression, Random Forest, and XGBoost.</a:t>
          </a:r>
        </a:p>
      </dgm:t>
    </dgm:pt>
    <dgm:pt modelId="{E4A41667-6363-4A9E-BD8E-C29A9F9367DD}" type="parTrans" cxnId="{D8588BEE-E336-4175-93EB-0D1F32DCCBBF}">
      <dgm:prSet/>
      <dgm:spPr/>
      <dgm:t>
        <a:bodyPr/>
        <a:lstStyle/>
        <a:p>
          <a:endParaRPr lang="en-US"/>
        </a:p>
      </dgm:t>
    </dgm:pt>
    <dgm:pt modelId="{C6C0E23E-4BA7-4D26-8DD7-CD49D3ECE9D6}" type="sibTrans" cxnId="{D8588BEE-E336-4175-93EB-0D1F32DCCBBF}">
      <dgm:prSet/>
      <dgm:spPr/>
      <dgm:t>
        <a:bodyPr/>
        <a:lstStyle/>
        <a:p>
          <a:endParaRPr lang="en-US"/>
        </a:p>
      </dgm:t>
    </dgm:pt>
    <dgm:pt modelId="{FC680A7D-3816-46E1-BA22-6FE7E6875E67}">
      <dgm:prSet/>
      <dgm:spPr/>
      <dgm:t>
        <a:bodyPr/>
        <a:lstStyle/>
        <a:p>
          <a:r>
            <a:rPr lang="en-US"/>
            <a:t>Used ColumnTransformer pipeline for preprocessing.</a:t>
          </a:r>
        </a:p>
      </dgm:t>
    </dgm:pt>
    <dgm:pt modelId="{5DA0087A-9F27-4ABB-B9C9-8E92CCEF9A53}" type="parTrans" cxnId="{3A37C3CA-B42D-4395-9F1E-AFA8AE72E93F}">
      <dgm:prSet/>
      <dgm:spPr/>
      <dgm:t>
        <a:bodyPr/>
        <a:lstStyle/>
        <a:p>
          <a:endParaRPr lang="en-US"/>
        </a:p>
      </dgm:t>
    </dgm:pt>
    <dgm:pt modelId="{E4D1CD08-5F58-48AB-8E9E-851234999763}" type="sibTrans" cxnId="{3A37C3CA-B42D-4395-9F1E-AFA8AE72E93F}">
      <dgm:prSet/>
      <dgm:spPr/>
      <dgm:t>
        <a:bodyPr/>
        <a:lstStyle/>
        <a:p>
          <a:endParaRPr lang="en-US"/>
        </a:p>
      </dgm:t>
    </dgm:pt>
    <dgm:pt modelId="{E24FA525-6817-4773-B8F1-A94E4F28554A}">
      <dgm:prSet/>
      <dgm:spPr/>
      <dgm:t>
        <a:bodyPr/>
        <a:lstStyle/>
        <a:p>
          <a:r>
            <a:rPr lang="en-US" dirty="0"/>
            <a:t>Train/Test split used for fair evaluation. (80-20)</a:t>
          </a:r>
        </a:p>
      </dgm:t>
    </dgm:pt>
    <dgm:pt modelId="{1DA09723-F146-4E89-9D4D-2CEC2CEA1757}" type="parTrans" cxnId="{D5252AA9-9377-4831-9387-EF3FEFC71492}">
      <dgm:prSet/>
      <dgm:spPr/>
      <dgm:t>
        <a:bodyPr/>
        <a:lstStyle/>
        <a:p>
          <a:endParaRPr lang="en-US"/>
        </a:p>
      </dgm:t>
    </dgm:pt>
    <dgm:pt modelId="{BF6D4E94-58EF-48E1-AC7C-52B181D088B5}" type="sibTrans" cxnId="{D5252AA9-9377-4831-9387-EF3FEFC71492}">
      <dgm:prSet/>
      <dgm:spPr/>
      <dgm:t>
        <a:bodyPr/>
        <a:lstStyle/>
        <a:p>
          <a:endParaRPr lang="en-US"/>
        </a:p>
      </dgm:t>
    </dgm:pt>
    <dgm:pt modelId="{3CA2DE17-D974-449A-8B5D-70CBA56217B8}">
      <dgm:prSet/>
      <dgm:spPr/>
      <dgm:t>
        <a:bodyPr/>
        <a:lstStyle/>
        <a:p>
          <a:r>
            <a:rPr lang="en-US"/>
            <a:t>Goal: maximize predictive accuracy while avoiding overfitting.</a:t>
          </a:r>
        </a:p>
      </dgm:t>
    </dgm:pt>
    <dgm:pt modelId="{BE123F65-E40D-4EFD-B619-3E6E28F5FBAA}" type="parTrans" cxnId="{BEEAB1C8-96C5-441D-8554-63590ADFE2C2}">
      <dgm:prSet/>
      <dgm:spPr/>
      <dgm:t>
        <a:bodyPr/>
        <a:lstStyle/>
        <a:p>
          <a:endParaRPr lang="en-US"/>
        </a:p>
      </dgm:t>
    </dgm:pt>
    <dgm:pt modelId="{DE1578EA-ADBD-4DC9-9440-3ED7CC595866}" type="sibTrans" cxnId="{BEEAB1C8-96C5-441D-8554-63590ADFE2C2}">
      <dgm:prSet/>
      <dgm:spPr/>
      <dgm:t>
        <a:bodyPr/>
        <a:lstStyle/>
        <a:p>
          <a:endParaRPr lang="en-US"/>
        </a:p>
      </dgm:t>
    </dgm:pt>
    <dgm:pt modelId="{2C117581-D04F-4672-B26A-B44D3CCA2DF1}" type="pres">
      <dgm:prSet presAssocID="{2E8CB725-18F9-450A-B613-95EE2903EE60}" presName="vert0" presStyleCnt="0">
        <dgm:presLayoutVars>
          <dgm:dir/>
          <dgm:animOne val="branch"/>
          <dgm:animLvl val="lvl"/>
        </dgm:presLayoutVars>
      </dgm:prSet>
      <dgm:spPr/>
    </dgm:pt>
    <dgm:pt modelId="{5205EAAF-C560-48DE-8E0C-5A1DC78BB8A8}" type="pres">
      <dgm:prSet presAssocID="{88300551-0929-400F-8D0E-FF221D3FB816}" presName="thickLine" presStyleLbl="alignNode1" presStyleIdx="0" presStyleCnt="4"/>
      <dgm:spPr/>
    </dgm:pt>
    <dgm:pt modelId="{8DDAEEF7-203C-431D-AABF-21ACCFA9CEDA}" type="pres">
      <dgm:prSet presAssocID="{88300551-0929-400F-8D0E-FF221D3FB816}" presName="horz1" presStyleCnt="0"/>
      <dgm:spPr/>
    </dgm:pt>
    <dgm:pt modelId="{F2A03300-371A-4464-A7FB-C74EC04500FB}" type="pres">
      <dgm:prSet presAssocID="{88300551-0929-400F-8D0E-FF221D3FB816}" presName="tx1" presStyleLbl="revTx" presStyleIdx="0" presStyleCnt="4"/>
      <dgm:spPr/>
    </dgm:pt>
    <dgm:pt modelId="{3DEFF448-43FD-41E9-9D55-A76BC0A863F4}" type="pres">
      <dgm:prSet presAssocID="{88300551-0929-400F-8D0E-FF221D3FB816}" presName="vert1" presStyleCnt="0"/>
      <dgm:spPr/>
    </dgm:pt>
    <dgm:pt modelId="{A987F371-2218-4073-BD15-C691178C0FA2}" type="pres">
      <dgm:prSet presAssocID="{FC680A7D-3816-46E1-BA22-6FE7E6875E67}" presName="thickLine" presStyleLbl="alignNode1" presStyleIdx="1" presStyleCnt="4"/>
      <dgm:spPr/>
    </dgm:pt>
    <dgm:pt modelId="{9FD93E5E-BCB7-4A57-B1FC-64FE6724B1D4}" type="pres">
      <dgm:prSet presAssocID="{FC680A7D-3816-46E1-BA22-6FE7E6875E67}" presName="horz1" presStyleCnt="0"/>
      <dgm:spPr/>
    </dgm:pt>
    <dgm:pt modelId="{113EBDC6-D332-4915-BB4D-AED9451F036B}" type="pres">
      <dgm:prSet presAssocID="{FC680A7D-3816-46E1-BA22-6FE7E6875E67}" presName="tx1" presStyleLbl="revTx" presStyleIdx="1" presStyleCnt="4"/>
      <dgm:spPr/>
    </dgm:pt>
    <dgm:pt modelId="{FCB8C4DF-65B9-457A-A5AA-39F450C05AFE}" type="pres">
      <dgm:prSet presAssocID="{FC680A7D-3816-46E1-BA22-6FE7E6875E67}" presName="vert1" presStyleCnt="0"/>
      <dgm:spPr/>
    </dgm:pt>
    <dgm:pt modelId="{4A921BEB-6119-40B8-A5CD-62FB0035D9E3}" type="pres">
      <dgm:prSet presAssocID="{E24FA525-6817-4773-B8F1-A94E4F28554A}" presName="thickLine" presStyleLbl="alignNode1" presStyleIdx="2" presStyleCnt="4"/>
      <dgm:spPr/>
    </dgm:pt>
    <dgm:pt modelId="{7BCEACC6-1E82-4769-BB75-5146911E2764}" type="pres">
      <dgm:prSet presAssocID="{E24FA525-6817-4773-B8F1-A94E4F28554A}" presName="horz1" presStyleCnt="0"/>
      <dgm:spPr/>
    </dgm:pt>
    <dgm:pt modelId="{6E4647A5-CC15-434F-9EDE-32849AFD2CF0}" type="pres">
      <dgm:prSet presAssocID="{E24FA525-6817-4773-B8F1-A94E4F28554A}" presName="tx1" presStyleLbl="revTx" presStyleIdx="2" presStyleCnt="4"/>
      <dgm:spPr/>
    </dgm:pt>
    <dgm:pt modelId="{0F6FEE1C-EFC0-4746-A0D0-052DE9BFA057}" type="pres">
      <dgm:prSet presAssocID="{E24FA525-6817-4773-B8F1-A94E4F28554A}" presName="vert1" presStyleCnt="0"/>
      <dgm:spPr/>
    </dgm:pt>
    <dgm:pt modelId="{AF8E1081-7AFF-4043-AA3B-1EFEBEEBA407}" type="pres">
      <dgm:prSet presAssocID="{3CA2DE17-D974-449A-8B5D-70CBA56217B8}" presName="thickLine" presStyleLbl="alignNode1" presStyleIdx="3" presStyleCnt="4"/>
      <dgm:spPr/>
    </dgm:pt>
    <dgm:pt modelId="{4D194410-42FE-441F-8C0F-63A1F517249A}" type="pres">
      <dgm:prSet presAssocID="{3CA2DE17-D974-449A-8B5D-70CBA56217B8}" presName="horz1" presStyleCnt="0"/>
      <dgm:spPr/>
    </dgm:pt>
    <dgm:pt modelId="{CD2BB0EF-2133-4F70-8180-6526018DD110}" type="pres">
      <dgm:prSet presAssocID="{3CA2DE17-D974-449A-8B5D-70CBA56217B8}" presName="tx1" presStyleLbl="revTx" presStyleIdx="3" presStyleCnt="4"/>
      <dgm:spPr/>
    </dgm:pt>
    <dgm:pt modelId="{AB3CF7EF-4F16-4344-B906-3250B110A7C1}" type="pres">
      <dgm:prSet presAssocID="{3CA2DE17-D974-449A-8B5D-70CBA56217B8}" presName="vert1" presStyleCnt="0"/>
      <dgm:spPr/>
    </dgm:pt>
  </dgm:ptLst>
  <dgm:cxnLst>
    <dgm:cxn modelId="{C6606874-E7D3-47E9-BE1F-3543DE325B57}" type="presOf" srcId="{E24FA525-6817-4773-B8F1-A94E4F28554A}" destId="{6E4647A5-CC15-434F-9EDE-32849AFD2CF0}" srcOrd="0" destOrd="0" presId="urn:microsoft.com/office/officeart/2008/layout/LinedList"/>
    <dgm:cxn modelId="{486A4A59-1F24-4E34-BA2A-A35707819056}" type="presOf" srcId="{2E8CB725-18F9-450A-B613-95EE2903EE60}" destId="{2C117581-D04F-4672-B26A-B44D3CCA2DF1}" srcOrd="0" destOrd="0" presId="urn:microsoft.com/office/officeart/2008/layout/LinedList"/>
    <dgm:cxn modelId="{4F3CCE9E-4A6B-4D36-88A4-827723912CCB}" type="presOf" srcId="{3CA2DE17-D974-449A-8B5D-70CBA56217B8}" destId="{CD2BB0EF-2133-4F70-8180-6526018DD110}" srcOrd="0" destOrd="0" presId="urn:microsoft.com/office/officeart/2008/layout/LinedList"/>
    <dgm:cxn modelId="{D5252AA9-9377-4831-9387-EF3FEFC71492}" srcId="{2E8CB725-18F9-450A-B613-95EE2903EE60}" destId="{E24FA525-6817-4773-B8F1-A94E4F28554A}" srcOrd="2" destOrd="0" parTransId="{1DA09723-F146-4E89-9D4D-2CEC2CEA1757}" sibTransId="{BF6D4E94-58EF-48E1-AC7C-52B181D088B5}"/>
    <dgm:cxn modelId="{892B81B5-C3B7-478F-A0AA-CB9E4B0D0449}" type="presOf" srcId="{FC680A7D-3816-46E1-BA22-6FE7E6875E67}" destId="{113EBDC6-D332-4915-BB4D-AED9451F036B}" srcOrd="0" destOrd="0" presId="urn:microsoft.com/office/officeart/2008/layout/LinedList"/>
    <dgm:cxn modelId="{BEEAB1C8-96C5-441D-8554-63590ADFE2C2}" srcId="{2E8CB725-18F9-450A-B613-95EE2903EE60}" destId="{3CA2DE17-D974-449A-8B5D-70CBA56217B8}" srcOrd="3" destOrd="0" parTransId="{BE123F65-E40D-4EFD-B619-3E6E28F5FBAA}" sibTransId="{DE1578EA-ADBD-4DC9-9440-3ED7CC595866}"/>
    <dgm:cxn modelId="{3A37C3CA-B42D-4395-9F1E-AFA8AE72E93F}" srcId="{2E8CB725-18F9-450A-B613-95EE2903EE60}" destId="{FC680A7D-3816-46E1-BA22-6FE7E6875E67}" srcOrd="1" destOrd="0" parTransId="{5DA0087A-9F27-4ABB-B9C9-8E92CCEF9A53}" sibTransId="{E4D1CD08-5F58-48AB-8E9E-851234999763}"/>
    <dgm:cxn modelId="{5759FED6-6549-4E4A-9222-AAB2CB9D91C7}" type="presOf" srcId="{88300551-0929-400F-8D0E-FF221D3FB816}" destId="{F2A03300-371A-4464-A7FB-C74EC04500FB}" srcOrd="0" destOrd="0" presId="urn:microsoft.com/office/officeart/2008/layout/LinedList"/>
    <dgm:cxn modelId="{D8588BEE-E336-4175-93EB-0D1F32DCCBBF}" srcId="{2E8CB725-18F9-450A-B613-95EE2903EE60}" destId="{88300551-0929-400F-8D0E-FF221D3FB816}" srcOrd="0" destOrd="0" parTransId="{E4A41667-6363-4A9E-BD8E-C29A9F9367DD}" sibTransId="{C6C0E23E-4BA7-4D26-8DD7-CD49D3ECE9D6}"/>
    <dgm:cxn modelId="{454EB0D8-DA13-44BD-B151-D900C78DE5F0}" type="presParOf" srcId="{2C117581-D04F-4672-B26A-B44D3CCA2DF1}" destId="{5205EAAF-C560-48DE-8E0C-5A1DC78BB8A8}" srcOrd="0" destOrd="0" presId="urn:microsoft.com/office/officeart/2008/layout/LinedList"/>
    <dgm:cxn modelId="{586FDE80-C701-4372-A704-3ED9FD287E08}" type="presParOf" srcId="{2C117581-D04F-4672-B26A-B44D3CCA2DF1}" destId="{8DDAEEF7-203C-431D-AABF-21ACCFA9CEDA}" srcOrd="1" destOrd="0" presId="urn:microsoft.com/office/officeart/2008/layout/LinedList"/>
    <dgm:cxn modelId="{B12612FA-2AFF-42D2-81A2-73DA38435379}" type="presParOf" srcId="{8DDAEEF7-203C-431D-AABF-21ACCFA9CEDA}" destId="{F2A03300-371A-4464-A7FB-C74EC04500FB}" srcOrd="0" destOrd="0" presId="urn:microsoft.com/office/officeart/2008/layout/LinedList"/>
    <dgm:cxn modelId="{59333219-5EB9-412A-818A-01CDBECAEB6E}" type="presParOf" srcId="{8DDAEEF7-203C-431D-AABF-21ACCFA9CEDA}" destId="{3DEFF448-43FD-41E9-9D55-A76BC0A863F4}" srcOrd="1" destOrd="0" presId="urn:microsoft.com/office/officeart/2008/layout/LinedList"/>
    <dgm:cxn modelId="{ED99CC15-6852-4322-8E84-9396F07E8943}" type="presParOf" srcId="{2C117581-D04F-4672-B26A-B44D3CCA2DF1}" destId="{A987F371-2218-4073-BD15-C691178C0FA2}" srcOrd="2" destOrd="0" presId="urn:microsoft.com/office/officeart/2008/layout/LinedList"/>
    <dgm:cxn modelId="{65DD59A2-3565-449D-96A1-2DE05ECC3A9F}" type="presParOf" srcId="{2C117581-D04F-4672-B26A-B44D3CCA2DF1}" destId="{9FD93E5E-BCB7-4A57-B1FC-64FE6724B1D4}" srcOrd="3" destOrd="0" presId="urn:microsoft.com/office/officeart/2008/layout/LinedList"/>
    <dgm:cxn modelId="{CD858778-F1AD-4F80-B35C-7F4B2835692A}" type="presParOf" srcId="{9FD93E5E-BCB7-4A57-B1FC-64FE6724B1D4}" destId="{113EBDC6-D332-4915-BB4D-AED9451F036B}" srcOrd="0" destOrd="0" presId="urn:microsoft.com/office/officeart/2008/layout/LinedList"/>
    <dgm:cxn modelId="{6622021A-B619-479B-9869-86E70EF07D29}" type="presParOf" srcId="{9FD93E5E-BCB7-4A57-B1FC-64FE6724B1D4}" destId="{FCB8C4DF-65B9-457A-A5AA-39F450C05AFE}" srcOrd="1" destOrd="0" presId="urn:microsoft.com/office/officeart/2008/layout/LinedList"/>
    <dgm:cxn modelId="{36D164E1-9FB6-453F-95C6-C18D2BD6CBCC}" type="presParOf" srcId="{2C117581-D04F-4672-B26A-B44D3CCA2DF1}" destId="{4A921BEB-6119-40B8-A5CD-62FB0035D9E3}" srcOrd="4" destOrd="0" presId="urn:microsoft.com/office/officeart/2008/layout/LinedList"/>
    <dgm:cxn modelId="{4C3CA5A8-1303-49B3-A7DC-5666A418A79D}" type="presParOf" srcId="{2C117581-D04F-4672-B26A-B44D3CCA2DF1}" destId="{7BCEACC6-1E82-4769-BB75-5146911E2764}" srcOrd="5" destOrd="0" presId="urn:microsoft.com/office/officeart/2008/layout/LinedList"/>
    <dgm:cxn modelId="{63BFC2C1-EF49-4C72-981A-E5342373C4F3}" type="presParOf" srcId="{7BCEACC6-1E82-4769-BB75-5146911E2764}" destId="{6E4647A5-CC15-434F-9EDE-32849AFD2CF0}" srcOrd="0" destOrd="0" presId="urn:microsoft.com/office/officeart/2008/layout/LinedList"/>
    <dgm:cxn modelId="{6D7C2C8B-9C9B-4516-8CCA-1BA69F9B9D76}" type="presParOf" srcId="{7BCEACC6-1E82-4769-BB75-5146911E2764}" destId="{0F6FEE1C-EFC0-4746-A0D0-052DE9BFA057}" srcOrd="1" destOrd="0" presId="urn:microsoft.com/office/officeart/2008/layout/LinedList"/>
    <dgm:cxn modelId="{79412900-176C-46BA-8774-7A1527991058}" type="presParOf" srcId="{2C117581-D04F-4672-B26A-B44D3CCA2DF1}" destId="{AF8E1081-7AFF-4043-AA3B-1EFEBEEBA407}" srcOrd="6" destOrd="0" presId="urn:microsoft.com/office/officeart/2008/layout/LinedList"/>
    <dgm:cxn modelId="{2EBEB55A-35DA-4354-A462-34C436CB6179}" type="presParOf" srcId="{2C117581-D04F-4672-B26A-B44D3CCA2DF1}" destId="{4D194410-42FE-441F-8C0F-63A1F517249A}" srcOrd="7" destOrd="0" presId="urn:microsoft.com/office/officeart/2008/layout/LinedList"/>
    <dgm:cxn modelId="{6AF562F8-3874-4B91-AE03-BB08F1C8019C}" type="presParOf" srcId="{4D194410-42FE-441F-8C0F-63A1F517249A}" destId="{CD2BB0EF-2133-4F70-8180-6526018DD110}" srcOrd="0" destOrd="0" presId="urn:microsoft.com/office/officeart/2008/layout/LinedList"/>
    <dgm:cxn modelId="{ABBA596B-EB3E-4D9F-8F01-18353BC03264}" type="presParOf" srcId="{4D194410-42FE-441F-8C0F-63A1F517249A}" destId="{AB3CF7EF-4F16-4344-B906-3250B110A7C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1714761-E24D-41B9-9E5B-DE0ACEBE943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16F3476-E7A9-4DEA-8F3B-A6769113FA2A}">
      <dgm:prSet/>
      <dgm:spPr/>
      <dgm:t>
        <a:bodyPr/>
        <a:lstStyle/>
        <a:p>
          <a:r>
            <a:rPr lang="en-US"/>
            <a:t>Invest in</a:t>
          </a:r>
        </a:p>
      </dgm:t>
    </dgm:pt>
    <dgm:pt modelId="{D1A481E2-E406-4C6F-841D-E493FC443262}" type="parTrans" cxnId="{A8E15B0A-1555-457E-9CE8-F4328EB6D584}">
      <dgm:prSet/>
      <dgm:spPr/>
      <dgm:t>
        <a:bodyPr/>
        <a:lstStyle/>
        <a:p>
          <a:endParaRPr lang="en-US"/>
        </a:p>
      </dgm:t>
    </dgm:pt>
    <dgm:pt modelId="{B4CFE5F6-4644-4828-A808-F94877A8B4E3}" type="sibTrans" cxnId="{A8E15B0A-1555-457E-9CE8-F4328EB6D584}">
      <dgm:prSet/>
      <dgm:spPr/>
      <dgm:t>
        <a:bodyPr/>
        <a:lstStyle/>
        <a:p>
          <a:endParaRPr lang="en-US"/>
        </a:p>
      </dgm:t>
    </dgm:pt>
    <dgm:pt modelId="{CA378960-E6DB-4EE8-840B-FCB606CA6F11}">
      <dgm:prSet/>
      <dgm:spPr/>
      <dgm:t>
        <a:bodyPr/>
        <a:lstStyle/>
        <a:p>
          <a:r>
            <a:rPr lang="en-US" dirty="0"/>
            <a:t>Invest in high-revenue districts (6, 14, 9).</a:t>
          </a:r>
        </a:p>
      </dgm:t>
    </dgm:pt>
    <dgm:pt modelId="{DE2D0A0A-9CF1-4418-AAEE-D22FD3B5EA3C}" type="parTrans" cxnId="{11481B4E-4379-4CBB-AB53-3FACAEFA591D}">
      <dgm:prSet/>
      <dgm:spPr/>
      <dgm:t>
        <a:bodyPr/>
        <a:lstStyle/>
        <a:p>
          <a:endParaRPr lang="en-US"/>
        </a:p>
      </dgm:t>
    </dgm:pt>
    <dgm:pt modelId="{EBDEA9F3-827D-41CC-989B-4095FD6193B1}" type="sibTrans" cxnId="{11481B4E-4379-4CBB-AB53-3FACAEFA591D}">
      <dgm:prSet/>
      <dgm:spPr/>
      <dgm:t>
        <a:bodyPr/>
        <a:lstStyle/>
        <a:p>
          <a:endParaRPr lang="en-US"/>
        </a:p>
      </dgm:t>
    </dgm:pt>
    <dgm:pt modelId="{FACDCD8F-FAF4-40DB-8AA1-47027757EB1A}">
      <dgm:prSet/>
      <dgm:spPr/>
      <dgm:t>
        <a:bodyPr/>
        <a:lstStyle/>
        <a:p>
          <a:r>
            <a:rPr lang="en-US"/>
            <a:t>Prioritize</a:t>
          </a:r>
        </a:p>
      </dgm:t>
    </dgm:pt>
    <dgm:pt modelId="{9A36F717-0992-4E46-9FDF-931478D010FD}" type="parTrans" cxnId="{8B2CC078-B693-4541-A5CC-0CEB67C43BC1}">
      <dgm:prSet/>
      <dgm:spPr/>
      <dgm:t>
        <a:bodyPr/>
        <a:lstStyle/>
        <a:p>
          <a:endParaRPr lang="en-US"/>
        </a:p>
      </dgm:t>
    </dgm:pt>
    <dgm:pt modelId="{7911CCF3-D5F8-4B5B-866C-CF381B7C7A51}" type="sibTrans" cxnId="{8B2CC078-B693-4541-A5CC-0CEB67C43BC1}">
      <dgm:prSet/>
      <dgm:spPr/>
      <dgm:t>
        <a:bodyPr/>
        <a:lstStyle/>
        <a:p>
          <a:endParaRPr lang="en-US"/>
        </a:p>
      </dgm:t>
    </dgm:pt>
    <dgm:pt modelId="{D6124354-4D5E-424B-83EA-FBDA21FA5119}">
      <dgm:prSet/>
      <dgm:spPr/>
      <dgm:t>
        <a:bodyPr/>
        <a:lstStyle/>
        <a:p>
          <a:r>
            <a:rPr lang="en-US"/>
            <a:t>Prioritize entire-home listings.</a:t>
          </a:r>
        </a:p>
      </dgm:t>
    </dgm:pt>
    <dgm:pt modelId="{7E26EC4E-76A5-45F2-BEC8-1F894208F3ED}" type="parTrans" cxnId="{18F31135-0401-4CBB-A391-8848EA0CCBB0}">
      <dgm:prSet/>
      <dgm:spPr/>
      <dgm:t>
        <a:bodyPr/>
        <a:lstStyle/>
        <a:p>
          <a:endParaRPr lang="en-US"/>
        </a:p>
      </dgm:t>
    </dgm:pt>
    <dgm:pt modelId="{EEC104BF-7AEB-422B-91EB-0F2D6BA39D60}" type="sibTrans" cxnId="{18F31135-0401-4CBB-A391-8848EA0CCBB0}">
      <dgm:prSet/>
      <dgm:spPr/>
      <dgm:t>
        <a:bodyPr/>
        <a:lstStyle/>
        <a:p>
          <a:endParaRPr lang="en-US"/>
        </a:p>
      </dgm:t>
    </dgm:pt>
    <dgm:pt modelId="{0315463C-12EA-4509-9D1C-56C28D9A19A3}">
      <dgm:prSet/>
      <dgm:spPr/>
      <dgm:t>
        <a:bodyPr/>
        <a:lstStyle/>
        <a:p>
          <a:r>
            <a:rPr lang="en-US"/>
            <a:t>Optimize</a:t>
          </a:r>
        </a:p>
      </dgm:t>
    </dgm:pt>
    <dgm:pt modelId="{D97566EF-5551-4729-AEC4-5DA2F217C64D}" type="parTrans" cxnId="{428FB121-73EA-49F3-BAD2-9FE79D3B5071}">
      <dgm:prSet/>
      <dgm:spPr/>
      <dgm:t>
        <a:bodyPr/>
        <a:lstStyle/>
        <a:p>
          <a:endParaRPr lang="en-US"/>
        </a:p>
      </dgm:t>
    </dgm:pt>
    <dgm:pt modelId="{65601216-3180-4EBF-8D31-592C331BD595}" type="sibTrans" cxnId="{428FB121-73EA-49F3-BAD2-9FE79D3B5071}">
      <dgm:prSet/>
      <dgm:spPr/>
      <dgm:t>
        <a:bodyPr/>
        <a:lstStyle/>
        <a:p>
          <a:endParaRPr lang="en-US"/>
        </a:p>
      </dgm:t>
    </dgm:pt>
    <dgm:pt modelId="{BB890DF2-722D-49BC-A7B5-6E9028F407A9}">
      <dgm:prSet/>
      <dgm:spPr/>
      <dgm:t>
        <a:bodyPr/>
        <a:lstStyle/>
        <a:p>
          <a:r>
            <a:rPr lang="en-US"/>
            <a:t>Optimize occupancy instead of raising nightly price.</a:t>
          </a:r>
        </a:p>
      </dgm:t>
    </dgm:pt>
    <dgm:pt modelId="{E2B31064-9FC8-4BA0-8D6B-7FDDC9B86223}" type="parTrans" cxnId="{1E389451-CD79-4A20-90CF-54C460302AED}">
      <dgm:prSet/>
      <dgm:spPr/>
      <dgm:t>
        <a:bodyPr/>
        <a:lstStyle/>
        <a:p>
          <a:endParaRPr lang="en-US"/>
        </a:p>
      </dgm:t>
    </dgm:pt>
    <dgm:pt modelId="{EC6FDFD8-6430-4445-A2AE-2E3569F8A6E9}" type="sibTrans" cxnId="{1E389451-CD79-4A20-90CF-54C460302AED}">
      <dgm:prSet/>
      <dgm:spPr/>
      <dgm:t>
        <a:bodyPr/>
        <a:lstStyle/>
        <a:p>
          <a:endParaRPr lang="en-US"/>
        </a:p>
      </dgm:t>
    </dgm:pt>
    <dgm:pt modelId="{1C3E6002-DFF3-4E54-9E14-FA49AAA31358}">
      <dgm:prSet/>
      <dgm:spPr/>
      <dgm:t>
        <a:bodyPr/>
        <a:lstStyle/>
        <a:p>
          <a:r>
            <a:rPr lang="en-US"/>
            <a:t>Use</a:t>
          </a:r>
        </a:p>
      </dgm:t>
    </dgm:pt>
    <dgm:pt modelId="{AFB34663-F26C-4ACB-A98E-83C0F101BC1A}" type="parTrans" cxnId="{B09A1C35-0D05-423F-9475-943CC0C7AF57}">
      <dgm:prSet/>
      <dgm:spPr/>
      <dgm:t>
        <a:bodyPr/>
        <a:lstStyle/>
        <a:p>
          <a:endParaRPr lang="en-US"/>
        </a:p>
      </dgm:t>
    </dgm:pt>
    <dgm:pt modelId="{6D835C88-12B0-410D-9AEE-5162F8F969C5}" type="sibTrans" cxnId="{B09A1C35-0D05-423F-9475-943CC0C7AF57}">
      <dgm:prSet/>
      <dgm:spPr/>
      <dgm:t>
        <a:bodyPr/>
        <a:lstStyle/>
        <a:p>
          <a:endParaRPr lang="en-US"/>
        </a:p>
      </dgm:t>
    </dgm:pt>
    <dgm:pt modelId="{7F9C341A-2A97-4122-AE6D-EE4AA43C406A}">
      <dgm:prSet/>
      <dgm:spPr/>
      <dgm:t>
        <a:bodyPr/>
        <a:lstStyle/>
        <a:p>
          <a:r>
            <a:rPr lang="en-US"/>
            <a:t>Use demand predictions to set competitive pricing.</a:t>
          </a:r>
        </a:p>
      </dgm:t>
    </dgm:pt>
    <dgm:pt modelId="{8A98AA8D-1C0C-4D26-8D9A-3EB70F006E6E}" type="parTrans" cxnId="{01BB92B9-7B6D-4DD5-ABB9-A0C2354C06C5}">
      <dgm:prSet/>
      <dgm:spPr/>
      <dgm:t>
        <a:bodyPr/>
        <a:lstStyle/>
        <a:p>
          <a:endParaRPr lang="en-US"/>
        </a:p>
      </dgm:t>
    </dgm:pt>
    <dgm:pt modelId="{78E84BE8-B263-4A37-82A7-064F49696233}" type="sibTrans" cxnId="{01BB92B9-7B6D-4DD5-ABB9-A0C2354C06C5}">
      <dgm:prSet/>
      <dgm:spPr/>
      <dgm:t>
        <a:bodyPr/>
        <a:lstStyle/>
        <a:p>
          <a:endParaRPr lang="en-US"/>
        </a:p>
      </dgm:t>
    </dgm:pt>
    <dgm:pt modelId="{95FC4889-3404-4410-8100-CD8D9D7B4E41}" type="pres">
      <dgm:prSet presAssocID="{B1714761-E24D-41B9-9E5B-DE0ACEBE9433}" presName="vert0" presStyleCnt="0">
        <dgm:presLayoutVars>
          <dgm:dir/>
          <dgm:animOne val="branch"/>
          <dgm:animLvl val="lvl"/>
        </dgm:presLayoutVars>
      </dgm:prSet>
      <dgm:spPr/>
    </dgm:pt>
    <dgm:pt modelId="{79E51045-180A-4C72-BBEF-E07019771A44}" type="pres">
      <dgm:prSet presAssocID="{216F3476-E7A9-4DEA-8F3B-A6769113FA2A}" presName="thickLine" presStyleLbl="alignNode1" presStyleIdx="0" presStyleCnt="4"/>
      <dgm:spPr/>
    </dgm:pt>
    <dgm:pt modelId="{E533D599-23B5-498E-B49D-CBBAB8E33D28}" type="pres">
      <dgm:prSet presAssocID="{216F3476-E7A9-4DEA-8F3B-A6769113FA2A}" presName="horz1" presStyleCnt="0"/>
      <dgm:spPr/>
    </dgm:pt>
    <dgm:pt modelId="{D36F6669-D956-4828-B043-4735B994230F}" type="pres">
      <dgm:prSet presAssocID="{216F3476-E7A9-4DEA-8F3B-A6769113FA2A}" presName="tx1" presStyleLbl="revTx" presStyleIdx="0" presStyleCnt="8"/>
      <dgm:spPr/>
    </dgm:pt>
    <dgm:pt modelId="{5B434969-30B6-42E9-B225-69CFE1293CDD}" type="pres">
      <dgm:prSet presAssocID="{216F3476-E7A9-4DEA-8F3B-A6769113FA2A}" presName="vert1" presStyleCnt="0"/>
      <dgm:spPr/>
    </dgm:pt>
    <dgm:pt modelId="{12AFA8D7-E0FB-4A5F-B4E2-FD895F0CA9A0}" type="pres">
      <dgm:prSet presAssocID="{CA378960-E6DB-4EE8-840B-FCB606CA6F11}" presName="vertSpace2a" presStyleCnt="0"/>
      <dgm:spPr/>
    </dgm:pt>
    <dgm:pt modelId="{80382EC5-21A1-45C5-9C4A-5CC9C8B11252}" type="pres">
      <dgm:prSet presAssocID="{CA378960-E6DB-4EE8-840B-FCB606CA6F11}" presName="horz2" presStyleCnt="0"/>
      <dgm:spPr/>
    </dgm:pt>
    <dgm:pt modelId="{6DBA47E2-34D9-4056-9630-57CF98784888}" type="pres">
      <dgm:prSet presAssocID="{CA378960-E6DB-4EE8-840B-FCB606CA6F11}" presName="horzSpace2" presStyleCnt="0"/>
      <dgm:spPr/>
    </dgm:pt>
    <dgm:pt modelId="{94D05176-433F-40BB-BC3C-A6EEECA91639}" type="pres">
      <dgm:prSet presAssocID="{CA378960-E6DB-4EE8-840B-FCB606CA6F11}" presName="tx2" presStyleLbl="revTx" presStyleIdx="1" presStyleCnt="8"/>
      <dgm:spPr/>
    </dgm:pt>
    <dgm:pt modelId="{BB3BAB38-EB9A-42F5-855A-972DB8E24DA3}" type="pres">
      <dgm:prSet presAssocID="{CA378960-E6DB-4EE8-840B-FCB606CA6F11}" presName="vert2" presStyleCnt="0"/>
      <dgm:spPr/>
    </dgm:pt>
    <dgm:pt modelId="{3242B745-C5C1-4A75-AD5F-95B9DF1E280C}" type="pres">
      <dgm:prSet presAssocID="{CA378960-E6DB-4EE8-840B-FCB606CA6F11}" presName="thinLine2b" presStyleLbl="callout" presStyleIdx="0" presStyleCnt="4"/>
      <dgm:spPr/>
    </dgm:pt>
    <dgm:pt modelId="{6AD15677-F279-4303-8F01-E11ADC3E1EDE}" type="pres">
      <dgm:prSet presAssocID="{CA378960-E6DB-4EE8-840B-FCB606CA6F11}" presName="vertSpace2b" presStyleCnt="0"/>
      <dgm:spPr/>
    </dgm:pt>
    <dgm:pt modelId="{07E01FF4-0A2C-41E1-B792-ABD54981EB60}" type="pres">
      <dgm:prSet presAssocID="{FACDCD8F-FAF4-40DB-8AA1-47027757EB1A}" presName="thickLine" presStyleLbl="alignNode1" presStyleIdx="1" presStyleCnt="4"/>
      <dgm:spPr/>
    </dgm:pt>
    <dgm:pt modelId="{2707B70C-4EB3-49B0-B79B-B517ADC526C3}" type="pres">
      <dgm:prSet presAssocID="{FACDCD8F-FAF4-40DB-8AA1-47027757EB1A}" presName="horz1" presStyleCnt="0"/>
      <dgm:spPr/>
    </dgm:pt>
    <dgm:pt modelId="{19DB9420-4615-416E-A713-2EA86EA236A3}" type="pres">
      <dgm:prSet presAssocID="{FACDCD8F-FAF4-40DB-8AA1-47027757EB1A}" presName="tx1" presStyleLbl="revTx" presStyleIdx="2" presStyleCnt="8"/>
      <dgm:spPr/>
    </dgm:pt>
    <dgm:pt modelId="{5A8D38D2-8F8C-40E2-A30C-D64532D1B79C}" type="pres">
      <dgm:prSet presAssocID="{FACDCD8F-FAF4-40DB-8AA1-47027757EB1A}" presName="vert1" presStyleCnt="0"/>
      <dgm:spPr/>
    </dgm:pt>
    <dgm:pt modelId="{52D364E4-66F3-4DAC-95AD-26DAD4CF5004}" type="pres">
      <dgm:prSet presAssocID="{D6124354-4D5E-424B-83EA-FBDA21FA5119}" presName="vertSpace2a" presStyleCnt="0"/>
      <dgm:spPr/>
    </dgm:pt>
    <dgm:pt modelId="{91CBFE52-7A72-468B-AAC3-A33C88481325}" type="pres">
      <dgm:prSet presAssocID="{D6124354-4D5E-424B-83EA-FBDA21FA5119}" presName="horz2" presStyleCnt="0"/>
      <dgm:spPr/>
    </dgm:pt>
    <dgm:pt modelId="{1C0A31D5-02A7-4DED-9525-F55DFDDC97F6}" type="pres">
      <dgm:prSet presAssocID="{D6124354-4D5E-424B-83EA-FBDA21FA5119}" presName="horzSpace2" presStyleCnt="0"/>
      <dgm:spPr/>
    </dgm:pt>
    <dgm:pt modelId="{BC17FA9A-5F38-42F6-967F-005B2DF83ECE}" type="pres">
      <dgm:prSet presAssocID="{D6124354-4D5E-424B-83EA-FBDA21FA5119}" presName="tx2" presStyleLbl="revTx" presStyleIdx="3" presStyleCnt="8"/>
      <dgm:spPr/>
    </dgm:pt>
    <dgm:pt modelId="{BB03AFA5-BC06-4042-8FD3-9BCFA5AEDE08}" type="pres">
      <dgm:prSet presAssocID="{D6124354-4D5E-424B-83EA-FBDA21FA5119}" presName="vert2" presStyleCnt="0"/>
      <dgm:spPr/>
    </dgm:pt>
    <dgm:pt modelId="{B71454DB-A26D-4942-9A8D-CB0AEFF0D947}" type="pres">
      <dgm:prSet presAssocID="{D6124354-4D5E-424B-83EA-FBDA21FA5119}" presName="thinLine2b" presStyleLbl="callout" presStyleIdx="1" presStyleCnt="4"/>
      <dgm:spPr/>
    </dgm:pt>
    <dgm:pt modelId="{44711EE2-4D2E-4125-A25C-6C4FDFEA7361}" type="pres">
      <dgm:prSet presAssocID="{D6124354-4D5E-424B-83EA-FBDA21FA5119}" presName="vertSpace2b" presStyleCnt="0"/>
      <dgm:spPr/>
    </dgm:pt>
    <dgm:pt modelId="{F9A2AE17-97DD-4DC8-BFCA-F03F2AFE0C5D}" type="pres">
      <dgm:prSet presAssocID="{0315463C-12EA-4509-9D1C-56C28D9A19A3}" presName="thickLine" presStyleLbl="alignNode1" presStyleIdx="2" presStyleCnt="4"/>
      <dgm:spPr/>
    </dgm:pt>
    <dgm:pt modelId="{4C869F0D-84D7-4B3A-AE25-9FC21243D765}" type="pres">
      <dgm:prSet presAssocID="{0315463C-12EA-4509-9D1C-56C28D9A19A3}" presName="horz1" presStyleCnt="0"/>
      <dgm:spPr/>
    </dgm:pt>
    <dgm:pt modelId="{A51131E2-C48E-455D-AB8C-A73423E8A61A}" type="pres">
      <dgm:prSet presAssocID="{0315463C-12EA-4509-9D1C-56C28D9A19A3}" presName="tx1" presStyleLbl="revTx" presStyleIdx="4" presStyleCnt="8"/>
      <dgm:spPr/>
    </dgm:pt>
    <dgm:pt modelId="{82D3204D-98D9-45CC-8B30-CB60C55D33B8}" type="pres">
      <dgm:prSet presAssocID="{0315463C-12EA-4509-9D1C-56C28D9A19A3}" presName="vert1" presStyleCnt="0"/>
      <dgm:spPr/>
    </dgm:pt>
    <dgm:pt modelId="{67B45711-D911-4CB2-82DB-25FD6E32D6EE}" type="pres">
      <dgm:prSet presAssocID="{BB890DF2-722D-49BC-A7B5-6E9028F407A9}" presName="vertSpace2a" presStyleCnt="0"/>
      <dgm:spPr/>
    </dgm:pt>
    <dgm:pt modelId="{D6C15B73-DB50-45C0-8543-B8331EF5ACFC}" type="pres">
      <dgm:prSet presAssocID="{BB890DF2-722D-49BC-A7B5-6E9028F407A9}" presName="horz2" presStyleCnt="0"/>
      <dgm:spPr/>
    </dgm:pt>
    <dgm:pt modelId="{6A94EE55-908A-4287-829D-5240719D15E2}" type="pres">
      <dgm:prSet presAssocID="{BB890DF2-722D-49BC-A7B5-6E9028F407A9}" presName="horzSpace2" presStyleCnt="0"/>
      <dgm:spPr/>
    </dgm:pt>
    <dgm:pt modelId="{EC84FF28-ED33-4BCC-9F84-38DF0077C37C}" type="pres">
      <dgm:prSet presAssocID="{BB890DF2-722D-49BC-A7B5-6E9028F407A9}" presName="tx2" presStyleLbl="revTx" presStyleIdx="5" presStyleCnt="8"/>
      <dgm:spPr/>
    </dgm:pt>
    <dgm:pt modelId="{FE7AC812-981E-4DFC-8626-8AAB899E333F}" type="pres">
      <dgm:prSet presAssocID="{BB890DF2-722D-49BC-A7B5-6E9028F407A9}" presName="vert2" presStyleCnt="0"/>
      <dgm:spPr/>
    </dgm:pt>
    <dgm:pt modelId="{4CD49B7C-9C3F-4B58-BBFA-1FC226304770}" type="pres">
      <dgm:prSet presAssocID="{BB890DF2-722D-49BC-A7B5-6E9028F407A9}" presName="thinLine2b" presStyleLbl="callout" presStyleIdx="2" presStyleCnt="4"/>
      <dgm:spPr/>
    </dgm:pt>
    <dgm:pt modelId="{C98E82E8-3EF3-4226-B3CF-6E6CBD614F87}" type="pres">
      <dgm:prSet presAssocID="{BB890DF2-722D-49BC-A7B5-6E9028F407A9}" presName="vertSpace2b" presStyleCnt="0"/>
      <dgm:spPr/>
    </dgm:pt>
    <dgm:pt modelId="{943A1C65-FBEF-496F-88C7-9720F6C2890F}" type="pres">
      <dgm:prSet presAssocID="{1C3E6002-DFF3-4E54-9E14-FA49AAA31358}" presName="thickLine" presStyleLbl="alignNode1" presStyleIdx="3" presStyleCnt="4"/>
      <dgm:spPr/>
    </dgm:pt>
    <dgm:pt modelId="{FD107112-DE86-472A-AEE8-00349E92CB46}" type="pres">
      <dgm:prSet presAssocID="{1C3E6002-DFF3-4E54-9E14-FA49AAA31358}" presName="horz1" presStyleCnt="0"/>
      <dgm:spPr/>
    </dgm:pt>
    <dgm:pt modelId="{ABBD0737-8943-41EB-91AD-1D5607422961}" type="pres">
      <dgm:prSet presAssocID="{1C3E6002-DFF3-4E54-9E14-FA49AAA31358}" presName="tx1" presStyleLbl="revTx" presStyleIdx="6" presStyleCnt="8"/>
      <dgm:spPr/>
    </dgm:pt>
    <dgm:pt modelId="{B3D3A630-9CA1-40E4-BF7E-81D6455DBC05}" type="pres">
      <dgm:prSet presAssocID="{1C3E6002-DFF3-4E54-9E14-FA49AAA31358}" presName="vert1" presStyleCnt="0"/>
      <dgm:spPr/>
    </dgm:pt>
    <dgm:pt modelId="{11ECFEF6-9BE6-4D25-9ECA-C63EEB1D4AF9}" type="pres">
      <dgm:prSet presAssocID="{7F9C341A-2A97-4122-AE6D-EE4AA43C406A}" presName="vertSpace2a" presStyleCnt="0"/>
      <dgm:spPr/>
    </dgm:pt>
    <dgm:pt modelId="{9C6F25BB-487A-4CFF-BA05-FA08180FEF0E}" type="pres">
      <dgm:prSet presAssocID="{7F9C341A-2A97-4122-AE6D-EE4AA43C406A}" presName="horz2" presStyleCnt="0"/>
      <dgm:spPr/>
    </dgm:pt>
    <dgm:pt modelId="{79669C49-2D1A-424B-B9C0-8F07081C8C49}" type="pres">
      <dgm:prSet presAssocID="{7F9C341A-2A97-4122-AE6D-EE4AA43C406A}" presName="horzSpace2" presStyleCnt="0"/>
      <dgm:spPr/>
    </dgm:pt>
    <dgm:pt modelId="{56FF32B0-C25D-4530-993E-01FC5F0E7CA6}" type="pres">
      <dgm:prSet presAssocID="{7F9C341A-2A97-4122-AE6D-EE4AA43C406A}" presName="tx2" presStyleLbl="revTx" presStyleIdx="7" presStyleCnt="8"/>
      <dgm:spPr/>
    </dgm:pt>
    <dgm:pt modelId="{7AD043E3-AEF3-402B-BE10-FC809775749E}" type="pres">
      <dgm:prSet presAssocID="{7F9C341A-2A97-4122-AE6D-EE4AA43C406A}" presName="vert2" presStyleCnt="0"/>
      <dgm:spPr/>
    </dgm:pt>
    <dgm:pt modelId="{DD0C2DD6-4D2C-4C56-B358-6CD66B379391}" type="pres">
      <dgm:prSet presAssocID="{7F9C341A-2A97-4122-AE6D-EE4AA43C406A}" presName="thinLine2b" presStyleLbl="callout" presStyleIdx="3" presStyleCnt="4"/>
      <dgm:spPr/>
    </dgm:pt>
    <dgm:pt modelId="{1C21EE98-2CC4-4D4A-BCFF-D52AEEDBE306}" type="pres">
      <dgm:prSet presAssocID="{7F9C341A-2A97-4122-AE6D-EE4AA43C406A}" presName="vertSpace2b" presStyleCnt="0"/>
      <dgm:spPr/>
    </dgm:pt>
  </dgm:ptLst>
  <dgm:cxnLst>
    <dgm:cxn modelId="{A8E15B0A-1555-457E-9CE8-F4328EB6D584}" srcId="{B1714761-E24D-41B9-9E5B-DE0ACEBE9433}" destId="{216F3476-E7A9-4DEA-8F3B-A6769113FA2A}" srcOrd="0" destOrd="0" parTransId="{D1A481E2-E406-4C6F-841D-E493FC443262}" sibTransId="{B4CFE5F6-4644-4828-A808-F94877A8B4E3}"/>
    <dgm:cxn modelId="{F180271A-6C08-4420-BA1A-FAA3CACECC2D}" type="presOf" srcId="{BB890DF2-722D-49BC-A7B5-6E9028F407A9}" destId="{EC84FF28-ED33-4BCC-9F84-38DF0077C37C}" srcOrd="0" destOrd="0" presId="urn:microsoft.com/office/officeart/2008/layout/LinedList"/>
    <dgm:cxn modelId="{49F5331D-1BFC-4094-855E-1868C131116F}" type="presOf" srcId="{B1714761-E24D-41B9-9E5B-DE0ACEBE9433}" destId="{95FC4889-3404-4410-8100-CD8D9D7B4E41}" srcOrd="0" destOrd="0" presId="urn:microsoft.com/office/officeart/2008/layout/LinedList"/>
    <dgm:cxn modelId="{95BA1221-9BC2-4E43-ADBB-D6C886D52202}" type="presOf" srcId="{7F9C341A-2A97-4122-AE6D-EE4AA43C406A}" destId="{56FF32B0-C25D-4530-993E-01FC5F0E7CA6}" srcOrd="0" destOrd="0" presId="urn:microsoft.com/office/officeart/2008/layout/LinedList"/>
    <dgm:cxn modelId="{428FB121-73EA-49F3-BAD2-9FE79D3B5071}" srcId="{B1714761-E24D-41B9-9E5B-DE0ACEBE9433}" destId="{0315463C-12EA-4509-9D1C-56C28D9A19A3}" srcOrd="2" destOrd="0" parTransId="{D97566EF-5551-4729-AEC4-5DA2F217C64D}" sibTransId="{65601216-3180-4EBF-8D31-592C331BD595}"/>
    <dgm:cxn modelId="{18F31135-0401-4CBB-A391-8848EA0CCBB0}" srcId="{FACDCD8F-FAF4-40DB-8AA1-47027757EB1A}" destId="{D6124354-4D5E-424B-83EA-FBDA21FA5119}" srcOrd="0" destOrd="0" parTransId="{7E26EC4E-76A5-45F2-BEC8-1F894208F3ED}" sibTransId="{EEC104BF-7AEB-422B-91EB-0F2D6BA39D60}"/>
    <dgm:cxn modelId="{B09A1C35-0D05-423F-9475-943CC0C7AF57}" srcId="{B1714761-E24D-41B9-9E5B-DE0ACEBE9433}" destId="{1C3E6002-DFF3-4E54-9E14-FA49AAA31358}" srcOrd="3" destOrd="0" parTransId="{AFB34663-F26C-4ACB-A98E-83C0F101BC1A}" sibTransId="{6D835C88-12B0-410D-9AEE-5162F8F969C5}"/>
    <dgm:cxn modelId="{E4AEE762-F047-438F-A35B-80FBAF1FA3B3}" type="presOf" srcId="{1C3E6002-DFF3-4E54-9E14-FA49AAA31358}" destId="{ABBD0737-8943-41EB-91AD-1D5607422961}" srcOrd="0" destOrd="0" presId="urn:microsoft.com/office/officeart/2008/layout/LinedList"/>
    <dgm:cxn modelId="{11481B4E-4379-4CBB-AB53-3FACAEFA591D}" srcId="{216F3476-E7A9-4DEA-8F3B-A6769113FA2A}" destId="{CA378960-E6DB-4EE8-840B-FCB606CA6F11}" srcOrd="0" destOrd="0" parTransId="{DE2D0A0A-9CF1-4418-AAEE-D22FD3B5EA3C}" sibTransId="{EBDEA9F3-827D-41CC-989B-4095FD6193B1}"/>
    <dgm:cxn modelId="{1E389451-CD79-4A20-90CF-54C460302AED}" srcId="{0315463C-12EA-4509-9D1C-56C28D9A19A3}" destId="{BB890DF2-722D-49BC-A7B5-6E9028F407A9}" srcOrd="0" destOrd="0" parTransId="{E2B31064-9FC8-4BA0-8D6B-7FDDC9B86223}" sibTransId="{EC6FDFD8-6430-4445-A2AE-2E3569F8A6E9}"/>
    <dgm:cxn modelId="{0C432758-13AF-45C7-B616-E03E29E28D76}" type="presOf" srcId="{D6124354-4D5E-424B-83EA-FBDA21FA5119}" destId="{BC17FA9A-5F38-42F6-967F-005B2DF83ECE}" srcOrd="0" destOrd="0" presId="urn:microsoft.com/office/officeart/2008/layout/LinedList"/>
    <dgm:cxn modelId="{8B2CC078-B693-4541-A5CC-0CEB67C43BC1}" srcId="{B1714761-E24D-41B9-9E5B-DE0ACEBE9433}" destId="{FACDCD8F-FAF4-40DB-8AA1-47027757EB1A}" srcOrd="1" destOrd="0" parTransId="{9A36F717-0992-4E46-9FDF-931478D010FD}" sibTransId="{7911CCF3-D5F8-4B5B-866C-CF381B7C7A51}"/>
    <dgm:cxn modelId="{425ED883-D8BD-4AEC-84F8-2895A2F5D998}" type="presOf" srcId="{0315463C-12EA-4509-9D1C-56C28D9A19A3}" destId="{A51131E2-C48E-455D-AB8C-A73423E8A61A}" srcOrd="0" destOrd="0" presId="urn:microsoft.com/office/officeart/2008/layout/LinedList"/>
    <dgm:cxn modelId="{56BE988E-EC8B-44B3-99EE-C26F6EE909CC}" type="presOf" srcId="{CA378960-E6DB-4EE8-840B-FCB606CA6F11}" destId="{94D05176-433F-40BB-BC3C-A6EEECA91639}" srcOrd="0" destOrd="0" presId="urn:microsoft.com/office/officeart/2008/layout/LinedList"/>
    <dgm:cxn modelId="{1426F0A9-7C8B-4CCB-8D4A-EC7A895F2185}" type="presOf" srcId="{FACDCD8F-FAF4-40DB-8AA1-47027757EB1A}" destId="{19DB9420-4615-416E-A713-2EA86EA236A3}" srcOrd="0" destOrd="0" presId="urn:microsoft.com/office/officeart/2008/layout/LinedList"/>
    <dgm:cxn modelId="{01BB92B9-7B6D-4DD5-ABB9-A0C2354C06C5}" srcId="{1C3E6002-DFF3-4E54-9E14-FA49AAA31358}" destId="{7F9C341A-2A97-4122-AE6D-EE4AA43C406A}" srcOrd="0" destOrd="0" parTransId="{8A98AA8D-1C0C-4D26-8D9A-3EB70F006E6E}" sibTransId="{78E84BE8-B263-4A37-82A7-064F49696233}"/>
    <dgm:cxn modelId="{67E932E1-6653-4188-906F-33D921C8113F}" type="presOf" srcId="{216F3476-E7A9-4DEA-8F3B-A6769113FA2A}" destId="{D36F6669-D956-4828-B043-4735B994230F}" srcOrd="0" destOrd="0" presId="urn:microsoft.com/office/officeart/2008/layout/LinedList"/>
    <dgm:cxn modelId="{AF31643C-8572-4AA4-8E70-D3EB11C630BC}" type="presParOf" srcId="{95FC4889-3404-4410-8100-CD8D9D7B4E41}" destId="{79E51045-180A-4C72-BBEF-E07019771A44}" srcOrd="0" destOrd="0" presId="urn:microsoft.com/office/officeart/2008/layout/LinedList"/>
    <dgm:cxn modelId="{CAE7C570-4BDD-4BE2-8479-A95660050FE7}" type="presParOf" srcId="{95FC4889-3404-4410-8100-CD8D9D7B4E41}" destId="{E533D599-23B5-498E-B49D-CBBAB8E33D28}" srcOrd="1" destOrd="0" presId="urn:microsoft.com/office/officeart/2008/layout/LinedList"/>
    <dgm:cxn modelId="{69A6C03B-B77D-421B-B071-0078D40DB342}" type="presParOf" srcId="{E533D599-23B5-498E-B49D-CBBAB8E33D28}" destId="{D36F6669-D956-4828-B043-4735B994230F}" srcOrd="0" destOrd="0" presId="urn:microsoft.com/office/officeart/2008/layout/LinedList"/>
    <dgm:cxn modelId="{7162A405-CB90-42AD-9DD2-2B6E5652F759}" type="presParOf" srcId="{E533D599-23B5-498E-B49D-CBBAB8E33D28}" destId="{5B434969-30B6-42E9-B225-69CFE1293CDD}" srcOrd="1" destOrd="0" presId="urn:microsoft.com/office/officeart/2008/layout/LinedList"/>
    <dgm:cxn modelId="{22BE8DA9-A6DF-4862-A6FC-C2619AE156EB}" type="presParOf" srcId="{5B434969-30B6-42E9-B225-69CFE1293CDD}" destId="{12AFA8D7-E0FB-4A5F-B4E2-FD895F0CA9A0}" srcOrd="0" destOrd="0" presId="urn:microsoft.com/office/officeart/2008/layout/LinedList"/>
    <dgm:cxn modelId="{52D58F44-9CB0-4C24-99D1-2B9889D54ECB}" type="presParOf" srcId="{5B434969-30B6-42E9-B225-69CFE1293CDD}" destId="{80382EC5-21A1-45C5-9C4A-5CC9C8B11252}" srcOrd="1" destOrd="0" presId="urn:microsoft.com/office/officeart/2008/layout/LinedList"/>
    <dgm:cxn modelId="{0A5FE950-596A-41C2-A1C8-6929ABA581FF}" type="presParOf" srcId="{80382EC5-21A1-45C5-9C4A-5CC9C8B11252}" destId="{6DBA47E2-34D9-4056-9630-57CF98784888}" srcOrd="0" destOrd="0" presId="urn:microsoft.com/office/officeart/2008/layout/LinedList"/>
    <dgm:cxn modelId="{F804F45A-250E-4BF9-A224-58974BDADFA7}" type="presParOf" srcId="{80382EC5-21A1-45C5-9C4A-5CC9C8B11252}" destId="{94D05176-433F-40BB-BC3C-A6EEECA91639}" srcOrd="1" destOrd="0" presId="urn:microsoft.com/office/officeart/2008/layout/LinedList"/>
    <dgm:cxn modelId="{EBA20FE9-EF89-4A3E-B990-7F8A26037FE4}" type="presParOf" srcId="{80382EC5-21A1-45C5-9C4A-5CC9C8B11252}" destId="{BB3BAB38-EB9A-42F5-855A-972DB8E24DA3}" srcOrd="2" destOrd="0" presId="urn:microsoft.com/office/officeart/2008/layout/LinedList"/>
    <dgm:cxn modelId="{08BFA45F-3E04-4011-B290-100505D50DF0}" type="presParOf" srcId="{5B434969-30B6-42E9-B225-69CFE1293CDD}" destId="{3242B745-C5C1-4A75-AD5F-95B9DF1E280C}" srcOrd="2" destOrd="0" presId="urn:microsoft.com/office/officeart/2008/layout/LinedList"/>
    <dgm:cxn modelId="{3C6B783A-C6F0-43EB-95C7-51B470E7D5AE}" type="presParOf" srcId="{5B434969-30B6-42E9-B225-69CFE1293CDD}" destId="{6AD15677-F279-4303-8F01-E11ADC3E1EDE}" srcOrd="3" destOrd="0" presId="urn:microsoft.com/office/officeart/2008/layout/LinedList"/>
    <dgm:cxn modelId="{1950C254-828D-4B07-AA18-26D7AEC96833}" type="presParOf" srcId="{95FC4889-3404-4410-8100-CD8D9D7B4E41}" destId="{07E01FF4-0A2C-41E1-B792-ABD54981EB60}" srcOrd="2" destOrd="0" presId="urn:microsoft.com/office/officeart/2008/layout/LinedList"/>
    <dgm:cxn modelId="{FCDC44C8-6000-4674-BE67-48BFF55621BA}" type="presParOf" srcId="{95FC4889-3404-4410-8100-CD8D9D7B4E41}" destId="{2707B70C-4EB3-49B0-B79B-B517ADC526C3}" srcOrd="3" destOrd="0" presId="urn:microsoft.com/office/officeart/2008/layout/LinedList"/>
    <dgm:cxn modelId="{932B5B16-C823-4E17-9ADB-7630ABA1C4A0}" type="presParOf" srcId="{2707B70C-4EB3-49B0-B79B-B517ADC526C3}" destId="{19DB9420-4615-416E-A713-2EA86EA236A3}" srcOrd="0" destOrd="0" presId="urn:microsoft.com/office/officeart/2008/layout/LinedList"/>
    <dgm:cxn modelId="{5783B420-A819-4289-AB05-8FEF511EF4FB}" type="presParOf" srcId="{2707B70C-4EB3-49B0-B79B-B517ADC526C3}" destId="{5A8D38D2-8F8C-40E2-A30C-D64532D1B79C}" srcOrd="1" destOrd="0" presId="urn:microsoft.com/office/officeart/2008/layout/LinedList"/>
    <dgm:cxn modelId="{1E54B62F-F96A-4222-A3E7-59EF0F1C7860}" type="presParOf" srcId="{5A8D38D2-8F8C-40E2-A30C-D64532D1B79C}" destId="{52D364E4-66F3-4DAC-95AD-26DAD4CF5004}" srcOrd="0" destOrd="0" presId="urn:microsoft.com/office/officeart/2008/layout/LinedList"/>
    <dgm:cxn modelId="{08C9A34D-D160-4DA7-BF50-4FA070D540CF}" type="presParOf" srcId="{5A8D38D2-8F8C-40E2-A30C-D64532D1B79C}" destId="{91CBFE52-7A72-468B-AAC3-A33C88481325}" srcOrd="1" destOrd="0" presId="urn:microsoft.com/office/officeart/2008/layout/LinedList"/>
    <dgm:cxn modelId="{71130A0A-0D63-4B9B-ACF2-CB7BCEA6DD73}" type="presParOf" srcId="{91CBFE52-7A72-468B-AAC3-A33C88481325}" destId="{1C0A31D5-02A7-4DED-9525-F55DFDDC97F6}" srcOrd="0" destOrd="0" presId="urn:microsoft.com/office/officeart/2008/layout/LinedList"/>
    <dgm:cxn modelId="{47801A7E-4522-4913-A6AC-5EBD2040CBFC}" type="presParOf" srcId="{91CBFE52-7A72-468B-AAC3-A33C88481325}" destId="{BC17FA9A-5F38-42F6-967F-005B2DF83ECE}" srcOrd="1" destOrd="0" presId="urn:microsoft.com/office/officeart/2008/layout/LinedList"/>
    <dgm:cxn modelId="{6A1F829B-5A8A-48ED-9051-2FF51957C178}" type="presParOf" srcId="{91CBFE52-7A72-468B-AAC3-A33C88481325}" destId="{BB03AFA5-BC06-4042-8FD3-9BCFA5AEDE08}" srcOrd="2" destOrd="0" presId="urn:microsoft.com/office/officeart/2008/layout/LinedList"/>
    <dgm:cxn modelId="{BE48F064-FBA3-4E0C-94DE-FFB277477483}" type="presParOf" srcId="{5A8D38D2-8F8C-40E2-A30C-D64532D1B79C}" destId="{B71454DB-A26D-4942-9A8D-CB0AEFF0D947}" srcOrd="2" destOrd="0" presId="urn:microsoft.com/office/officeart/2008/layout/LinedList"/>
    <dgm:cxn modelId="{7A171C62-D0A3-42CC-A7E0-3F1C50C6EA06}" type="presParOf" srcId="{5A8D38D2-8F8C-40E2-A30C-D64532D1B79C}" destId="{44711EE2-4D2E-4125-A25C-6C4FDFEA7361}" srcOrd="3" destOrd="0" presId="urn:microsoft.com/office/officeart/2008/layout/LinedList"/>
    <dgm:cxn modelId="{A16F103B-2E87-45E1-9D7B-6B451BD8466B}" type="presParOf" srcId="{95FC4889-3404-4410-8100-CD8D9D7B4E41}" destId="{F9A2AE17-97DD-4DC8-BFCA-F03F2AFE0C5D}" srcOrd="4" destOrd="0" presId="urn:microsoft.com/office/officeart/2008/layout/LinedList"/>
    <dgm:cxn modelId="{09B4033E-000D-453D-AB6F-8F774CAB9D34}" type="presParOf" srcId="{95FC4889-3404-4410-8100-CD8D9D7B4E41}" destId="{4C869F0D-84D7-4B3A-AE25-9FC21243D765}" srcOrd="5" destOrd="0" presId="urn:microsoft.com/office/officeart/2008/layout/LinedList"/>
    <dgm:cxn modelId="{EE87C0E6-FD70-4459-BF00-06991193251D}" type="presParOf" srcId="{4C869F0D-84D7-4B3A-AE25-9FC21243D765}" destId="{A51131E2-C48E-455D-AB8C-A73423E8A61A}" srcOrd="0" destOrd="0" presId="urn:microsoft.com/office/officeart/2008/layout/LinedList"/>
    <dgm:cxn modelId="{8450F416-C9FD-4655-87E7-C8D219CA4473}" type="presParOf" srcId="{4C869F0D-84D7-4B3A-AE25-9FC21243D765}" destId="{82D3204D-98D9-45CC-8B30-CB60C55D33B8}" srcOrd="1" destOrd="0" presId="urn:microsoft.com/office/officeart/2008/layout/LinedList"/>
    <dgm:cxn modelId="{3F550B16-8E14-408C-B0B8-B2321476567E}" type="presParOf" srcId="{82D3204D-98D9-45CC-8B30-CB60C55D33B8}" destId="{67B45711-D911-4CB2-82DB-25FD6E32D6EE}" srcOrd="0" destOrd="0" presId="urn:microsoft.com/office/officeart/2008/layout/LinedList"/>
    <dgm:cxn modelId="{49D8A583-C9E4-4D16-BAE8-B6D5A2A9C5AA}" type="presParOf" srcId="{82D3204D-98D9-45CC-8B30-CB60C55D33B8}" destId="{D6C15B73-DB50-45C0-8543-B8331EF5ACFC}" srcOrd="1" destOrd="0" presId="urn:microsoft.com/office/officeart/2008/layout/LinedList"/>
    <dgm:cxn modelId="{F04C8849-68F1-4E4D-B5A6-0C9C21388C50}" type="presParOf" srcId="{D6C15B73-DB50-45C0-8543-B8331EF5ACFC}" destId="{6A94EE55-908A-4287-829D-5240719D15E2}" srcOrd="0" destOrd="0" presId="urn:microsoft.com/office/officeart/2008/layout/LinedList"/>
    <dgm:cxn modelId="{520B4BAC-9132-4019-817C-23148904F27B}" type="presParOf" srcId="{D6C15B73-DB50-45C0-8543-B8331EF5ACFC}" destId="{EC84FF28-ED33-4BCC-9F84-38DF0077C37C}" srcOrd="1" destOrd="0" presId="urn:microsoft.com/office/officeart/2008/layout/LinedList"/>
    <dgm:cxn modelId="{607ABB9C-18B5-44AA-98A8-3D3C3F65DF5B}" type="presParOf" srcId="{D6C15B73-DB50-45C0-8543-B8331EF5ACFC}" destId="{FE7AC812-981E-4DFC-8626-8AAB899E333F}" srcOrd="2" destOrd="0" presId="urn:microsoft.com/office/officeart/2008/layout/LinedList"/>
    <dgm:cxn modelId="{CFFFD9D1-9938-4639-9BE5-695BC3CDE242}" type="presParOf" srcId="{82D3204D-98D9-45CC-8B30-CB60C55D33B8}" destId="{4CD49B7C-9C3F-4B58-BBFA-1FC226304770}" srcOrd="2" destOrd="0" presId="urn:microsoft.com/office/officeart/2008/layout/LinedList"/>
    <dgm:cxn modelId="{3FF9E82A-4983-4518-B8E8-14090BC91FA9}" type="presParOf" srcId="{82D3204D-98D9-45CC-8B30-CB60C55D33B8}" destId="{C98E82E8-3EF3-4226-B3CF-6E6CBD614F87}" srcOrd="3" destOrd="0" presId="urn:microsoft.com/office/officeart/2008/layout/LinedList"/>
    <dgm:cxn modelId="{E788566C-8706-4514-9B0D-44A8899B754C}" type="presParOf" srcId="{95FC4889-3404-4410-8100-CD8D9D7B4E41}" destId="{943A1C65-FBEF-496F-88C7-9720F6C2890F}" srcOrd="6" destOrd="0" presId="urn:microsoft.com/office/officeart/2008/layout/LinedList"/>
    <dgm:cxn modelId="{406F6855-1B53-47CA-8AFF-08B0551DFBA2}" type="presParOf" srcId="{95FC4889-3404-4410-8100-CD8D9D7B4E41}" destId="{FD107112-DE86-472A-AEE8-00349E92CB46}" srcOrd="7" destOrd="0" presId="urn:microsoft.com/office/officeart/2008/layout/LinedList"/>
    <dgm:cxn modelId="{879A0BB4-6799-4645-BCAE-BE04D00E98E9}" type="presParOf" srcId="{FD107112-DE86-472A-AEE8-00349E92CB46}" destId="{ABBD0737-8943-41EB-91AD-1D5607422961}" srcOrd="0" destOrd="0" presId="urn:microsoft.com/office/officeart/2008/layout/LinedList"/>
    <dgm:cxn modelId="{4296D3D7-4F14-4710-87FE-B8C0D7EFFEFF}" type="presParOf" srcId="{FD107112-DE86-472A-AEE8-00349E92CB46}" destId="{B3D3A630-9CA1-40E4-BF7E-81D6455DBC05}" srcOrd="1" destOrd="0" presId="urn:microsoft.com/office/officeart/2008/layout/LinedList"/>
    <dgm:cxn modelId="{D56ED080-9531-45D3-8BDF-ECEDA9AFF775}" type="presParOf" srcId="{B3D3A630-9CA1-40E4-BF7E-81D6455DBC05}" destId="{11ECFEF6-9BE6-4D25-9ECA-C63EEB1D4AF9}" srcOrd="0" destOrd="0" presId="urn:microsoft.com/office/officeart/2008/layout/LinedList"/>
    <dgm:cxn modelId="{62C27F9D-C6A6-4ACC-A07F-B5C60574B6C1}" type="presParOf" srcId="{B3D3A630-9CA1-40E4-BF7E-81D6455DBC05}" destId="{9C6F25BB-487A-4CFF-BA05-FA08180FEF0E}" srcOrd="1" destOrd="0" presId="urn:microsoft.com/office/officeart/2008/layout/LinedList"/>
    <dgm:cxn modelId="{06D542F9-750A-4D12-9B47-F21BB98BE3A4}" type="presParOf" srcId="{9C6F25BB-487A-4CFF-BA05-FA08180FEF0E}" destId="{79669C49-2D1A-424B-B9C0-8F07081C8C49}" srcOrd="0" destOrd="0" presId="urn:microsoft.com/office/officeart/2008/layout/LinedList"/>
    <dgm:cxn modelId="{313E3D01-CBC0-43A0-8BE7-C79EAD8E0FDF}" type="presParOf" srcId="{9C6F25BB-487A-4CFF-BA05-FA08180FEF0E}" destId="{56FF32B0-C25D-4530-993E-01FC5F0E7CA6}" srcOrd="1" destOrd="0" presId="urn:microsoft.com/office/officeart/2008/layout/LinedList"/>
    <dgm:cxn modelId="{870FE3B0-71D5-4547-9931-1871A35D6BB2}" type="presParOf" srcId="{9C6F25BB-487A-4CFF-BA05-FA08180FEF0E}" destId="{7AD043E3-AEF3-402B-BE10-FC809775749E}" srcOrd="2" destOrd="0" presId="urn:microsoft.com/office/officeart/2008/layout/LinedList"/>
    <dgm:cxn modelId="{C90900F8-8848-4AC2-BCFA-559756F44CC8}" type="presParOf" srcId="{B3D3A630-9CA1-40E4-BF7E-81D6455DBC05}" destId="{DD0C2DD6-4D2C-4C56-B358-6CD66B379391}" srcOrd="2" destOrd="0" presId="urn:microsoft.com/office/officeart/2008/layout/LinedList"/>
    <dgm:cxn modelId="{003A6E3B-5F33-4DA9-A3E6-05FC6AD71539}" type="presParOf" srcId="{B3D3A630-9CA1-40E4-BF7E-81D6455DBC05}" destId="{1C21EE98-2CC4-4D4A-BCFF-D52AEEDBE306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485F136-3F20-4F04-B086-85467207476B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40ACFC08-F408-4FFB-AB65-B6E2FAE9CFF0}">
      <dgm:prSet/>
      <dgm:spPr/>
      <dgm:t>
        <a:bodyPr/>
        <a:lstStyle/>
        <a:p>
          <a:r>
            <a:rPr lang="en-US" dirty="0"/>
            <a:t>Revenue proxy—not true earnings due to missing occupancy data.</a:t>
          </a:r>
        </a:p>
      </dgm:t>
    </dgm:pt>
    <dgm:pt modelId="{9E0640E7-27BB-4591-B3A1-72F282FAB912}" type="parTrans" cxnId="{8E3640E5-A5DA-44CF-B911-ED7CE2C1075A}">
      <dgm:prSet/>
      <dgm:spPr/>
      <dgm:t>
        <a:bodyPr/>
        <a:lstStyle/>
        <a:p>
          <a:endParaRPr lang="en-US"/>
        </a:p>
      </dgm:t>
    </dgm:pt>
    <dgm:pt modelId="{25DC2EF5-8354-4B2E-8A29-E36191A55CC1}" type="sibTrans" cxnId="{8E3640E5-A5DA-44CF-B911-ED7CE2C1075A}">
      <dgm:prSet/>
      <dgm:spPr/>
      <dgm:t>
        <a:bodyPr/>
        <a:lstStyle/>
        <a:p>
          <a:endParaRPr lang="en-US"/>
        </a:p>
      </dgm:t>
    </dgm:pt>
    <dgm:pt modelId="{950A54A8-0F64-4785-9DEB-407AB2C2C797}">
      <dgm:prSet/>
      <dgm:spPr/>
      <dgm:t>
        <a:bodyPr/>
        <a:lstStyle/>
        <a:p>
          <a:r>
            <a:rPr lang="en-US" dirty="0"/>
            <a:t>No seasonality or dynamic pricing included.</a:t>
          </a:r>
        </a:p>
      </dgm:t>
    </dgm:pt>
    <dgm:pt modelId="{7B6F2F72-3B7A-41ED-AEC2-198827BF2633}" type="parTrans" cxnId="{AD162E50-C236-4FD1-9B3F-CD98C2036CF8}">
      <dgm:prSet/>
      <dgm:spPr/>
      <dgm:t>
        <a:bodyPr/>
        <a:lstStyle/>
        <a:p>
          <a:endParaRPr lang="en-US"/>
        </a:p>
      </dgm:t>
    </dgm:pt>
    <dgm:pt modelId="{FD115CA9-50D0-484C-B597-5E1A08249378}" type="sibTrans" cxnId="{AD162E50-C236-4FD1-9B3F-CD98C2036CF8}">
      <dgm:prSet/>
      <dgm:spPr/>
      <dgm:t>
        <a:bodyPr/>
        <a:lstStyle/>
        <a:p>
          <a:endParaRPr lang="en-US"/>
        </a:p>
      </dgm:t>
    </dgm:pt>
    <dgm:pt modelId="{DA15D850-490D-406B-A213-30F6F7B4F477}">
      <dgm:prSet/>
      <dgm:spPr/>
      <dgm:t>
        <a:bodyPr/>
        <a:lstStyle/>
        <a:p>
          <a:r>
            <a:rPr lang="en-US"/>
            <a:t>Reviews text not analyzed for sentiment.</a:t>
          </a:r>
        </a:p>
      </dgm:t>
    </dgm:pt>
    <dgm:pt modelId="{299DB8DA-59BE-4A14-ADC0-AFEF0A7EAF17}" type="parTrans" cxnId="{E0EE2099-6427-4F62-8848-14BA24DA6E40}">
      <dgm:prSet/>
      <dgm:spPr/>
      <dgm:t>
        <a:bodyPr/>
        <a:lstStyle/>
        <a:p>
          <a:endParaRPr lang="en-US"/>
        </a:p>
      </dgm:t>
    </dgm:pt>
    <dgm:pt modelId="{3CDDCF1C-DD2C-4644-8C51-3AE9B68B7314}" type="sibTrans" cxnId="{E0EE2099-6427-4F62-8848-14BA24DA6E40}">
      <dgm:prSet/>
      <dgm:spPr/>
      <dgm:t>
        <a:bodyPr/>
        <a:lstStyle/>
        <a:p>
          <a:endParaRPr lang="en-US"/>
        </a:p>
      </dgm:t>
    </dgm:pt>
    <dgm:pt modelId="{ED6CEDB4-000C-4918-BA8C-BB284D595E8B}">
      <dgm:prSet/>
      <dgm:spPr/>
      <dgm:t>
        <a:bodyPr/>
        <a:lstStyle/>
        <a:p>
          <a:r>
            <a:rPr lang="en-US"/>
            <a:t>No cleaning/extra fees or discount structure included.</a:t>
          </a:r>
        </a:p>
      </dgm:t>
    </dgm:pt>
    <dgm:pt modelId="{A6B5A05D-2786-4CEE-866F-E0E039CC5242}" type="parTrans" cxnId="{75F7A70C-2BE8-4E98-B1EF-949A78D751A8}">
      <dgm:prSet/>
      <dgm:spPr/>
      <dgm:t>
        <a:bodyPr/>
        <a:lstStyle/>
        <a:p>
          <a:endParaRPr lang="en-US"/>
        </a:p>
      </dgm:t>
    </dgm:pt>
    <dgm:pt modelId="{00B347EA-D7F0-4849-9034-D95EBB463408}" type="sibTrans" cxnId="{75F7A70C-2BE8-4E98-B1EF-949A78D751A8}">
      <dgm:prSet/>
      <dgm:spPr/>
      <dgm:t>
        <a:bodyPr/>
        <a:lstStyle/>
        <a:p>
          <a:endParaRPr lang="en-US"/>
        </a:p>
      </dgm:t>
    </dgm:pt>
    <dgm:pt modelId="{7FEDC48D-F8C1-4EA2-AD69-B72BF83EAED7}" type="pres">
      <dgm:prSet presAssocID="{5485F136-3F20-4F04-B086-85467207476B}" presName="vert0" presStyleCnt="0">
        <dgm:presLayoutVars>
          <dgm:dir/>
          <dgm:animOne val="branch"/>
          <dgm:animLvl val="lvl"/>
        </dgm:presLayoutVars>
      </dgm:prSet>
      <dgm:spPr/>
    </dgm:pt>
    <dgm:pt modelId="{C5AC2D15-9FEC-4AF8-AF1C-CD50A8A187A1}" type="pres">
      <dgm:prSet presAssocID="{40ACFC08-F408-4FFB-AB65-B6E2FAE9CFF0}" presName="thickLine" presStyleLbl="alignNode1" presStyleIdx="0" presStyleCnt="4"/>
      <dgm:spPr/>
    </dgm:pt>
    <dgm:pt modelId="{F57D7ABD-5BFA-4298-BE05-B25C63C06755}" type="pres">
      <dgm:prSet presAssocID="{40ACFC08-F408-4FFB-AB65-B6E2FAE9CFF0}" presName="horz1" presStyleCnt="0"/>
      <dgm:spPr/>
    </dgm:pt>
    <dgm:pt modelId="{A26A6A08-C07B-4659-BFC5-BDFBE6FC9832}" type="pres">
      <dgm:prSet presAssocID="{40ACFC08-F408-4FFB-AB65-B6E2FAE9CFF0}" presName="tx1" presStyleLbl="revTx" presStyleIdx="0" presStyleCnt="4"/>
      <dgm:spPr/>
    </dgm:pt>
    <dgm:pt modelId="{F0C84F1E-ADDC-41C5-B74B-447F09C03209}" type="pres">
      <dgm:prSet presAssocID="{40ACFC08-F408-4FFB-AB65-B6E2FAE9CFF0}" presName="vert1" presStyleCnt="0"/>
      <dgm:spPr/>
    </dgm:pt>
    <dgm:pt modelId="{10C6325C-42A8-488D-BF70-C6EC8FBA558B}" type="pres">
      <dgm:prSet presAssocID="{950A54A8-0F64-4785-9DEB-407AB2C2C797}" presName="thickLine" presStyleLbl="alignNode1" presStyleIdx="1" presStyleCnt="4"/>
      <dgm:spPr/>
    </dgm:pt>
    <dgm:pt modelId="{74683464-D6DC-483C-AA76-D843E318EB77}" type="pres">
      <dgm:prSet presAssocID="{950A54A8-0F64-4785-9DEB-407AB2C2C797}" presName="horz1" presStyleCnt="0"/>
      <dgm:spPr/>
    </dgm:pt>
    <dgm:pt modelId="{6F95E753-9979-45BC-B7C7-4ACDECD18FA0}" type="pres">
      <dgm:prSet presAssocID="{950A54A8-0F64-4785-9DEB-407AB2C2C797}" presName="tx1" presStyleLbl="revTx" presStyleIdx="1" presStyleCnt="4"/>
      <dgm:spPr/>
    </dgm:pt>
    <dgm:pt modelId="{BC65BCC5-C026-47B1-B5F5-860AAC6A0CE1}" type="pres">
      <dgm:prSet presAssocID="{950A54A8-0F64-4785-9DEB-407AB2C2C797}" presName="vert1" presStyleCnt="0"/>
      <dgm:spPr/>
    </dgm:pt>
    <dgm:pt modelId="{8FDE6A6D-1E03-4A4A-AA5E-AD80D61BF60F}" type="pres">
      <dgm:prSet presAssocID="{DA15D850-490D-406B-A213-30F6F7B4F477}" presName="thickLine" presStyleLbl="alignNode1" presStyleIdx="2" presStyleCnt="4"/>
      <dgm:spPr/>
    </dgm:pt>
    <dgm:pt modelId="{A3C18E05-7A10-4C3F-AE8E-85869F8BDB75}" type="pres">
      <dgm:prSet presAssocID="{DA15D850-490D-406B-A213-30F6F7B4F477}" presName="horz1" presStyleCnt="0"/>
      <dgm:spPr/>
    </dgm:pt>
    <dgm:pt modelId="{F92804DF-102E-4628-8DC1-54D7F58112A4}" type="pres">
      <dgm:prSet presAssocID="{DA15D850-490D-406B-A213-30F6F7B4F477}" presName="tx1" presStyleLbl="revTx" presStyleIdx="2" presStyleCnt="4"/>
      <dgm:spPr/>
    </dgm:pt>
    <dgm:pt modelId="{3C59BFFB-ABE6-4E6D-A378-7BEDB5A2C61D}" type="pres">
      <dgm:prSet presAssocID="{DA15D850-490D-406B-A213-30F6F7B4F477}" presName="vert1" presStyleCnt="0"/>
      <dgm:spPr/>
    </dgm:pt>
    <dgm:pt modelId="{24A78A8F-083A-422E-AF1F-888DE36901DC}" type="pres">
      <dgm:prSet presAssocID="{ED6CEDB4-000C-4918-BA8C-BB284D595E8B}" presName="thickLine" presStyleLbl="alignNode1" presStyleIdx="3" presStyleCnt="4"/>
      <dgm:spPr/>
    </dgm:pt>
    <dgm:pt modelId="{70E92EE2-1041-4328-8697-0863037F9899}" type="pres">
      <dgm:prSet presAssocID="{ED6CEDB4-000C-4918-BA8C-BB284D595E8B}" presName="horz1" presStyleCnt="0"/>
      <dgm:spPr/>
    </dgm:pt>
    <dgm:pt modelId="{752C7AEE-5A14-4BE8-A056-42EA51CB832F}" type="pres">
      <dgm:prSet presAssocID="{ED6CEDB4-000C-4918-BA8C-BB284D595E8B}" presName="tx1" presStyleLbl="revTx" presStyleIdx="3" presStyleCnt="4"/>
      <dgm:spPr/>
    </dgm:pt>
    <dgm:pt modelId="{9E034BDB-F91A-4686-8C6B-ED26EF6C8AB9}" type="pres">
      <dgm:prSet presAssocID="{ED6CEDB4-000C-4918-BA8C-BB284D595E8B}" presName="vert1" presStyleCnt="0"/>
      <dgm:spPr/>
    </dgm:pt>
  </dgm:ptLst>
  <dgm:cxnLst>
    <dgm:cxn modelId="{75F7A70C-2BE8-4E98-B1EF-949A78D751A8}" srcId="{5485F136-3F20-4F04-B086-85467207476B}" destId="{ED6CEDB4-000C-4918-BA8C-BB284D595E8B}" srcOrd="3" destOrd="0" parTransId="{A6B5A05D-2786-4CEE-866F-E0E039CC5242}" sibTransId="{00B347EA-D7F0-4849-9034-D95EBB463408}"/>
    <dgm:cxn modelId="{68D7BB22-33B5-4F37-BB44-179C5F666ECB}" type="presOf" srcId="{DA15D850-490D-406B-A213-30F6F7B4F477}" destId="{F92804DF-102E-4628-8DC1-54D7F58112A4}" srcOrd="0" destOrd="0" presId="urn:microsoft.com/office/officeart/2008/layout/LinedList"/>
    <dgm:cxn modelId="{CA736824-4843-481A-8AAD-53FB3DAB2677}" type="presOf" srcId="{40ACFC08-F408-4FFB-AB65-B6E2FAE9CFF0}" destId="{A26A6A08-C07B-4659-BFC5-BDFBE6FC9832}" srcOrd="0" destOrd="0" presId="urn:microsoft.com/office/officeart/2008/layout/LinedList"/>
    <dgm:cxn modelId="{2C1A0A37-37B7-4560-87B4-A3753B5F20E0}" type="presOf" srcId="{5485F136-3F20-4F04-B086-85467207476B}" destId="{7FEDC48D-F8C1-4EA2-AD69-B72BF83EAED7}" srcOrd="0" destOrd="0" presId="urn:microsoft.com/office/officeart/2008/layout/LinedList"/>
    <dgm:cxn modelId="{AD162E50-C236-4FD1-9B3F-CD98C2036CF8}" srcId="{5485F136-3F20-4F04-B086-85467207476B}" destId="{950A54A8-0F64-4785-9DEB-407AB2C2C797}" srcOrd="1" destOrd="0" parTransId="{7B6F2F72-3B7A-41ED-AEC2-198827BF2633}" sibTransId="{FD115CA9-50D0-484C-B597-5E1A08249378}"/>
    <dgm:cxn modelId="{5FD46553-33AA-467D-813A-2D5E47EB3DBA}" type="presOf" srcId="{ED6CEDB4-000C-4918-BA8C-BB284D595E8B}" destId="{752C7AEE-5A14-4BE8-A056-42EA51CB832F}" srcOrd="0" destOrd="0" presId="urn:microsoft.com/office/officeart/2008/layout/LinedList"/>
    <dgm:cxn modelId="{E0EE2099-6427-4F62-8848-14BA24DA6E40}" srcId="{5485F136-3F20-4F04-B086-85467207476B}" destId="{DA15D850-490D-406B-A213-30F6F7B4F477}" srcOrd="2" destOrd="0" parTransId="{299DB8DA-59BE-4A14-ADC0-AFEF0A7EAF17}" sibTransId="{3CDDCF1C-DD2C-4644-8C51-3AE9B68B7314}"/>
    <dgm:cxn modelId="{8E3640E5-A5DA-44CF-B911-ED7CE2C1075A}" srcId="{5485F136-3F20-4F04-B086-85467207476B}" destId="{40ACFC08-F408-4FFB-AB65-B6E2FAE9CFF0}" srcOrd="0" destOrd="0" parTransId="{9E0640E7-27BB-4591-B3A1-72F282FAB912}" sibTransId="{25DC2EF5-8354-4B2E-8A29-E36191A55CC1}"/>
    <dgm:cxn modelId="{47D6F0F4-C162-45E2-A53E-37F7BA2E5E56}" type="presOf" srcId="{950A54A8-0F64-4785-9DEB-407AB2C2C797}" destId="{6F95E753-9979-45BC-B7C7-4ACDECD18FA0}" srcOrd="0" destOrd="0" presId="urn:microsoft.com/office/officeart/2008/layout/LinedList"/>
    <dgm:cxn modelId="{DEC50EE6-4B4A-4284-87FC-24C3E0210DDC}" type="presParOf" srcId="{7FEDC48D-F8C1-4EA2-AD69-B72BF83EAED7}" destId="{C5AC2D15-9FEC-4AF8-AF1C-CD50A8A187A1}" srcOrd="0" destOrd="0" presId="urn:microsoft.com/office/officeart/2008/layout/LinedList"/>
    <dgm:cxn modelId="{193A359D-F494-4C5F-86B5-A5D4A6BC750F}" type="presParOf" srcId="{7FEDC48D-F8C1-4EA2-AD69-B72BF83EAED7}" destId="{F57D7ABD-5BFA-4298-BE05-B25C63C06755}" srcOrd="1" destOrd="0" presId="urn:microsoft.com/office/officeart/2008/layout/LinedList"/>
    <dgm:cxn modelId="{22C9641E-6976-487C-A2E9-1BF1F5C7FDEA}" type="presParOf" srcId="{F57D7ABD-5BFA-4298-BE05-B25C63C06755}" destId="{A26A6A08-C07B-4659-BFC5-BDFBE6FC9832}" srcOrd="0" destOrd="0" presId="urn:microsoft.com/office/officeart/2008/layout/LinedList"/>
    <dgm:cxn modelId="{D70CE6F7-AF09-4B70-B966-EB63733979A9}" type="presParOf" srcId="{F57D7ABD-5BFA-4298-BE05-B25C63C06755}" destId="{F0C84F1E-ADDC-41C5-B74B-447F09C03209}" srcOrd="1" destOrd="0" presId="urn:microsoft.com/office/officeart/2008/layout/LinedList"/>
    <dgm:cxn modelId="{60C5162D-E727-430E-A36E-BC85461229CD}" type="presParOf" srcId="{7FEDC48D-F8C1-4EA2-AD69-B72BF83EAED7}" destId="{10C6325C-42A8-488D-BF70-C6EC8FBA558B}" srcOrd="2" destOrd="0" presId="urn:microsoft.com/office/officeart/2008/layout/LinedList"/>
    <dgm:cxn modelId="{96844FDE-738C-4B3A-8F36-526D2587AACE}" type="presParOf" srcId="{7FEDC48D-F8C1-4EA2-AD69-B72BF83EAED7}" destId="{74683464-D6DC-483C-AA76-D843E318EB77}" srcOrd="3" destOrd="0" presId="urn:microsoft.com/office/officeart/2008/layout/LinedList"/>
    <dgm:cxn modelId="{71645220-FE2D-40F3-A93B-3DDFD96B60BC}" type="presParOf" srcId="{74683464-D6DC-483C-AA76-D843E318EB77}" destId="{6F95E753-9979-45BC-B7C7-4ACDECD18FA0}" srcOrd="0" destOrd="0" presId="urn:microsoft.com/office/officeart/2008/layout/LinedList"/>
    <dgm:cxn modelId="{551DD478-B0B5-48CF-8F26-9090396E6A0F}" type="presParOf" srcId="{74683464-D6DC-483C-AA76-D843E318EB77}" destId="{BC65BCC5-C026-47B1-B5F5-860AAC6A0CE1}" srcOrd="1" destOrd="0" presId="urn:microsoft.com/office/officeart/2008/layout/LinedList"/>
    <dgm:cxn modelId="{F7767E4D-4C80-4232-87A6-0C2D62DF49BA}" type="presParOf" srcId="{7FEDC48D-F8C1-4EA2-AD69-B72BF83EAED7}" destId="{8FDE6A6D-1E03-4A4A-AA5E-AD80D61BF60F}" srcOrd="4" destOrd="0" presId="urn:microsoft.com/office/officeart/2008/layout/LinedList"/>
    <dgm:cxn modelId="{AC4A0E6C-927E-4058-9EBA-10C222754930}" type="presParOf" srcId="{7FEDC48D-F8C1-4EA2-AD69-B72BF83EAED7}" destId="{A3C18E05-7A10-4C3F-AE8E-85869F8BDB75}" srcOrd="5" destOrd="0" presId="urn:microsoft.com/office/officeart/2008/layout/LinedList"/>
    <dgm:cxn modelId="{80DE6AA6-3401-48E4-9FDC-4A78EBEC4007}" type="presParOf" srcId="{A3C18E05-7A10-4C3F-AE8E-85869F8BDB75}" destId="{F92804DF-102E-4628-8DC1-54D7F58112A4}" srcOrd="0" destOrd="0" presId="urn:microsoft.com/office/officeart/2008/layout/LinedList"/>
    <dgm:cxn modelId="{8FD330CD-E8C3-46E8-9246-A6EC21EB8A41}" type="presParOf" srcId="{A3C18E05-7A10-4C3F-AE8E-85869F8BDB75}" destId="{3C59BFFB-ABE6-4E6D-A378-7BEDB5A2C61D}" srcOrd="1" destOrd="0" presId="urn:microsoft.com/office/officeart/2008/layout/LinedList"/>
    <dgm:cxn modelId="{067DEAD3-0245-4563-9BC3-B010ABC6306E}" type="presParOf" srcId="{7FEDC48D-F8C1-4EA2-AD69-B72BF83EAED7}" destId="{24A78A8F-083A-422E-AF1F-888DE36901DC}" srcOrd="6" destOrd="0" presId="urn:microsoft.com/office/officeart/2008/layout/LinedList"/>
    <dgm:cxn modelId="{D44B8B97-766A-47D2-872E-7DC6E65532BD}" type="presParOf" srcId="{7FEDC48D-F8C1-4EA2-AD69-B72BF83EAED7}" destId="{70E92EE2-1041-4328-8697-0863037F9899}" srcOrd="7" destOrd="0" presId="urn:microsoft.com/office/officeart/2008/layout/LinedList"/>
    <dgm:cxn modelId="{A5D61250-1DC2-4B50-A074-B65E088A3B5D}" type="presParOf" srcId="{70E92EE2-1041-4328-8697-0863037F9899}" destId="{752C7AEE-5A14-4BE8-A056-42EA51CB832F}" srcOrd="0" destOrd="0" presId="urn:microsoft.com/office/officeart/2008/layout/LinedList"/>
    <dgm:cxn modelId="{56D6350B-6E52-4AA1-82CB-8C67FA768955}" type="presParOf" srcId="{70E92EE2-1041-4328-8697-0863037F9899}" destId="{9E034BDB-F91A-4686-8C6B-ED26EF6C8AB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6C909A2-6053-49E8-9519-5718A8D8B6C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EA3947D-8895-41FC-8B2D-51F80B710E32}">
      <dgm:prSet/>
      <dgm:spPr/>
      <dgm:t>
        <a:bodyPr/>
        <a:lstStyle/>
        <a:p>
          <a:r>
            <a:rPr lang="en-US"/>
            <a:t>Add</a:t>
          </a:r>
        </a:p>
      </dgm:t>
    </dgm:pt>
    <dgm:pt modelId="{3965FE07-727E-4221-BBD4-1E78DB5F3753}" type="parTrans" cxnId="{06D6E66C-6122-44CF-ABDE-DC2C1312EE26}">
      <dgm:prSet/>
      <dgm:spPr/>
      <dgm:t>
        <a:bodyPr/>
        <a:lstStyle/>
        <a:p>
          <a:endParaRPr lang="en-US"/>
        </a:p>
      </dgm:t>
    </dgm:pt>
    <dgm:pt modelId="{7344C0E5-118A-485C-8968-F3D194E4A82A}" type="sibTrans" cxnId="{06D6E66C-6122-44CF-ABDE-DC2C1312EE26}">
      <dgm:prSet phldrT="01"/>
      <dgm:spPr/>
      <dgm:t>
        <a:bodyPr/>
        <a:lstStyle/>
        <a:p>
          <a:endParaRPr lang="en-US"/>
        </a:p>
      </dgm:t>
    </dgm:pt>
    <dgm:pt modelId="{0D90359C-7405-4C60-9ED5-5DB3A927F34F}">
      <dgm:prSet/>
      <dgm:spPr/>
      <dgm:t>
        <a:bodyPr/>
        <a:lstStyle/>
        <a:p>
          <a:r>
            <a:rPr lang="en-US"/>
            <a:t>Add seasonality and time-series forecasting.</a:t>
          </a:r>
        </a:p>
      </dgm:t>
    </dgm:pt>
    <dgm:pt modelId="{456E5132-DEDE-47A5-AB75-CE3B7DB9206F}" type="parTrans" cxnId="{A79FB209-7258-4A5C-9B96-C7E463224ADA}">
      <dgm:prSet/>
      <dgm:spPr/>
      <dgm:t>
        <a:bodyPr/>
        <a:lstStyle/>
        <a:p>
          <a:endParaRPr lang="en-US"/>
        </a:p>
      </dgm:t>
    </dgm:pt>
    <dgm:pt modelId="{85E7DBE4-A30A-4785-A843-3725AC7C0AB8}" type="sibTrans" cxnId="{A79FB209-7258-4A5C-9B96-C7E463224ADA}">
      <dgm:prSet/>
      <dgm:spPr/>
      <dgm:t>
        <a:bodyPr/>
        <a:lstStyle/>
        <a:p>
          <a:endParaRPr lang="en-US"/>
        </a:p>
      </dgm:t>
    </dgm:pt>
    <dgm:pt modelId="{99685645-73F9-47B0-AF95-915C8AEF29FC}">
      <dgm:prSet/>
      <dgm:spPr/>
      <dgm:t>
        <a:bodyPr/>
        <a:lstStyle/>
        <a:p>
          <a:r>
            <a:rPr lang="en-US"/>
            <a:t>Apply</a:t>
          </a:r>
        </a:p>
      </dgm:t>
    </dgm:pt>
    <dgm:pt modelId="{5DB8A5A0-BD54-46E6-B228-645A3904491A}" type="parTrans" cxnId="{87BD5FF5-2AA0-4573-BF11-63CE6B2B9F9C}">
      <dgm:prSet/>
      <dgm:spPr/>
      <dgm:t>
        <a:bodyPr/>
        <a:lstStyle/>
        <a:p>
          <a:endParaRPr lang="en-US"/>
        </a:p>
      </dgm:t>
    </dgm:pt>
    <dgm:pt modelId="{7B55EB7F-D9ED-4DAF-900E-02066AF1E3F0}" type="sibTrans" cxnId="{87BD5FF5-2AA0-4573-BF11-63CE6B2B9F9C}">
      <dgm:prSet phldrT="02"/>
      <dgm:spPr/>
      <dgm:t>
        <a:bodyPr/>
        <a:lstStyle/>
        <a:p>
          <a:endParaRPr lang="en-US"/>
        </a:p>
      </dgm:t>
    </dgm:pt>
    <dgm:pt modelId="{C467A528-3F96-497F-A7CC-3CD978C7FFCB}">
      <dgm:prSet/>
      <dgm:spPr/>
      <dgm:t>
        <a:bodyPr/>
        <a:lstStyle/>
        <a:p>
          <a:r>
            <a:rPr lang="en-US"/>
            <a:t>Apply NLP to review text for quality scoring.</a:t>
          </a:r>
        </a:p>
      </dgm:t>
    </dgm:pt>
    <dgm:pt modelId="{4305A152-E427-464C-94D4-41C37036A149}" type="parTrans" cxnId="{2E00DB39-AE81-485C-B07A-CAF50CA2F1DE}">
      <dgm:prSet/>
      <dgm:spPr/>
      <dgm:t>
        <a:bodyPr/>
        <a:lstStyle/>
        <a:p>
          <a:endParaRPr lang="en-US"/>
        </a:p>
      </dgm:t>
    </dgm:pt>
    <dgm:pt modelId="{7204E769-DAB4-4C80-AAF5-B8A2DB625454}" type="sibTrans" cxnId="{2E00DB39-AE81-485C-B07A-CAF50CA2F1DE}">
      <dgm:prSet/>
      <dgm:spPr/>
      <dgm:t>
        <a:bodyPr/>
        <a:lstStyle/>
        <a:p>
          <a:endParaRPr lang="en-US"/>
        </a:p>
      </dgm:t>
    </dgm:pt>
    <dgm:pt modelId="{78857144-B9DC-42FC-BBFB-9C8AB5191328}">
      <dgm:prSet/>
      <dgm:spPr/>
      <dgm:t>
        <a:bodyPr/>
        <a:lstStyle/>
        <a:p>
          <a:r>
            <a:rPr lang="en-US"/>
            <a:t>Integrate</a:t>
          </a:r>
        </a:p>
      </dgm:t>
    </dgm:pt>
    <dgm:pt modelId="{DD19F074-D7E1-43BA-9DFA-05B17F6353D2}" type="parTrans" cxnId="{5A550898-B58B-499E-AEED-54AC56C26C18}">
      <dgm:prSet/>
      <dgm:spPr/>
      <dgm:t>
        <a:bodyPr/>
        <a:lstStyle/>
        <a:p>
          <a:endParaRPr lang="en-US"/>
        </a:p>
      </dgm:t>
    </dgm:pt>
    <dgm:pt modelId="{8BA41702-5105-4468-9C8D-22A4B2B888F2}" type="sibTrans" cxnId="{5A550898-B58B-499E-AEED-54AC56C26C18}">
      <dgm:prSet phldrT="03"/>
      <dgm:spPr/>
      <dgm:t>
        <a:bodyPr/>
        <a:lstStyle/>
        <a:p>
          <a:endParaRPr lang="en-US"/>
        </a:p>
      </dgm:t>
    </dgm:pt>
    <dgm:pt modelId="{C91E97F8-18A1-4CA0-A77D-77D2B7DF73BF}">
      <dgm:prSet/>
      <dgm:spPr/>
      <dgm:t>
        <a:bodyPr/>
        <a:lstStyle/>
        <a:p>
          <a:r>
            <a:rPr lang="en-US"/>
            <a:t>Integrate ROI calculation for investors.</a:t>
          </a:r>
        </a:p>
      </dgm:t>
    </dgm:pt>
    <dgm:pt modelId="{6B7952B2-4E55-44F3-BC9B-167CC1ADFFA2}" type="parTrans" cxnId="{285F9CB2-3256-4AF0-931F-4ED7F0117722}">
      <dgm:prSet/>
      <dgm:spPr/>
      <dgm:t>
        <a:bodyPr/>
        <a:lstStyle/>
        <a:p>
          <a:endParaRPr lang="en-US"/>
        </a:p>
      </dgm:t>
    </dgm:pt>
    <dgm:pt modelId="{56E706FB-FD8F-4D3E-9CBF-5D0489BA5F4F}" type="sibTrans" cxnId="{285F9CB2-3256-4AF0-931F-4ED7F0117722}">
      <dgm:prSet/>
      <dgm:spPr/>
      <dgm:t>
        <a:bodyPr/>
        <a:lstStyle/>
        <a:p>
          <a:endParaRPr lang="en-US"/>
        </a:p>
      </dgm:t>
    </dgm:pt>
    <dgm:pt modelId="{0FE27DA7-F51B-4B3D-B829-66C30B10769D}">
      <dgm:prSet/>
      <dgm:spPr/>
      <dgm:t>
        <a:bodyPr/>
        <a:lstStyle/>
        <a:p>
          <a:r>
            <a:rPr lang="en-US"/>
            <a:t>Deploy</a:t>
          </a:r>
        </a:p>
      </dgm:t>
    </dgm:pt>
    <dgm:pt modelId="{F50FB2FB-205F-42FC-B9AE-4685B8F7B0A4}" type="parTrans" cxnId="{3F22081D-F54A-464E-9FD4-9FD0274E2997}">
      <dgm:prSet/>
      <dgm:spPr/>
      <dgm:t>
        <a:bodyPr/>
        <a:lstStyle/>
        <a:p>
          <a:endParaRPr lang="en-US"/>
        </a:p>
      </dgm:t>
    </dgm:pt>
    <dgm:pt modelId="{FC2ACECB-5095-4798-8F1C-06C95C3CAB97}" type="sibTrans" cxnId="{3F22081D-F54A-464E-9FD4-9FD0274E2997}">
      <dgm:prSet phldrT="04"/>
      <dgm:spPr/>
      <dgm:t>
        <a:bodyPr/>
        <a:lstStyle/>
        <a:p>
          <a:endParaRPr lang="en-US"/>
        </a:p>
      </dgm:t>
    </dgm:pt>
    <dgm:pt modelId="{31BAD6EC-92F9-4E98-9BAA-5762A603FF35}">
      <dgm:prSet/>
      <dgm:spPr/>
      <dgm:t>
        <a:bodyPr/>
        <a:lstStyle/>
        <a:p>
          <a:r>
            <a:rPr lang="en-US"/>
            <a:t>Deploy interactive Streamlit tool for property valuation.</a:t>
          </a:r>
        </a:p>
      </dgm:t>
    </dgm:pt>
    <dgm:pt modelId="{73E8F230-12F5-497E-8442-ED30766B0C06}" type="parTrans" cxnId="{F3A4F0FA-7076-47DC-89E8-4A1AB1E02576}">
      <dgm:prSet/>
      <dgm:spPr/>
      <dgm:t>
        <a:bodyPr/>
        <a:lstStyle/>
        <a:p>
          <a:endParaRPr lang="en-US"/>
        </a:p>
      </dgm:t>
    </dgm:pt>
    <dgm:pt modelId="{A666204D-764F-461A-8DF6-09C848F3149A}" type="sibTrans" cxnId="{F3A4F0FA-7076-47DC-89E8-4A1AB1E02576}">
      <dgm:prSet/>
      <dgm:spPr/>
      <dgm:t>
        <a:bodyPr/>
        <a:lstStyle/>
        <a:p>
          <a:endParaRPr lang="en-US"/>
        </a:p>
      </dgm:t>
    </dgm:pt>
    <dgm:pt modelId="{EFD3A51E-DA35-4DF1-AA90-6E8C300AB1A6}" type="pres">
      <dgm:prSet presAssocID="{36C909A2-6053-49E8-9519-5718A8D8B6CA}" presName="vert0" presStyleCnt="0">
        <dgm:presLayoutVars>
          <dgm:dir/>
          <dgm:animOne val="branch"/>
          <dgm:animLvl val="lvl"/>
        </dgm:presLayoutVars>
      </dgm:prSet>
      <dgm:spPr/>
    </dgm:pt>
    <dgm:pt modelId="{34434D78-84F6-46AD-9023-DC72A7D1CA15}" type="pres">
      <dgm:prSet presAssocID="{6EA3947D-8895-41FC-8B2D-51F80B710E32}" presName="thickLine" presStyleLbl="alignNode1" presStyleIdx="0" presStyleCnt="4"/>
      <dgm:spPr/>
    </dgm:pt>
    <dgm:pt modelId="{40612514-1D3A-4082-8F7E-695EAF6C8CF1}" type="pres">
      <dgm:prSet presAssocID="{6EA3947D-8895-41FC-8B2D-51F80B710E32}" presName="horz1" presStyleCnt="0"/>
      <dgm:spPr/>
    </dgm:pt>
    <dgm:pt modelId="{001583BB-CD75-4504-B260-E05D84F8706C}" type="pres">
      <dgm:prSet presAssocID="{6EA3947D-8895-41FC-8B2D-51F80B710E32}" presName="tx1" presStyleLbl="revTx" presStyleIdx="0" presStyleCnt="8"/>
      <dgm:spPr/>
    </dgm:pt>
    <dgm:pt modelId="{3862D493-3783-4C3A-93CE-724DE5F9216F}" type="pres">
      <dgm:prSet presAssocID="{6EA3947D-8895-41FC-8B2D-51F80B710E32}" presName="vert1" presStyleCnt="0"/>
      <dgm:spPr/>
    </dgm:pt>
    <dgm:pt modelId="{E84E7567-5EE6-453F-ACA7-782CACE0ADA5}" type="pres">
      <dgm:prSet presAssocID="{0D90359C-7405-4C60-9ED5-5DB3A927F34F}" presName="vertSpace2a" presStyleCnt="0"/>
      <dgm:spPr/>
    </dgm:pt>
    <dgm:pt modelId="{77AE7712-E9E2-4528-BEB8-0741156A7B8F}" type="pres">
      <dgm:prSet presAssocID="{0D90359C-7405-4C60-9ED5-5DB3A927F34F}" presName="horz2" presStyleCnt="0"/>
      <dgm:spPr/>
    </dgm:pt>
    <dgm:pt modelId="{CEADCFFB-2293-43F4-A7AA-3E04D75110A4}" type="pres">
      <dgm:prSet presAssocID="{0D90359C-7405-4C60-9ED5-5DB3A927F34F}" presName="horzSpace2" presStyleCnt="0"/>
      <dgm:spPr/>
    </dgm:pt>
    <dgm:pt modelId="{5CE68A43-C614-4E9B-A393-07335A61FEC3}" type="pres">
      <dgm:prSet presAssocID="{0D90359C-7405-4C60-9ED5-5DB3A927F34F}" presName="tx2" presStyleLbl="revTx" presStyleIdx="1" presStyleCnt="8"/>
      <dgm:spPr/>
    </dgm:pt>
    <dgm:pt modelId="{3B026EA4-5FF0-48FA-B0AC-26FFA235415C}" type="pres">
      <dgm:prSet presAssocID="{0D90359C-7405-4C60-9ED5-5DB3A927F34F}" presName="vert2" presStyleCnt="0"/>
      <dgm:spPr/>
    </dgm:pt>
    <dgm:pt modelId="{A407F33A-1E48-4635-9301-9E9B1DA9BA75}" type="pres">
      <dgm:prSet presAssocID="{0D90359C-7405-4C60-9ED5-5DB3A927F34F}" presName="thinLine2b" presStyleLbl="callout" presStyleIdx="0" presStyleCnt="4"/>
      <dgm:spPr/>
    </dgm:pt>
    <dgm:pt modelId="{AEB4C1D6-5C02-4788-9FDD-295D3BC0AA5A}" type="pres">
      <dgm:prSet presAssocID="{0D90359C-7405-4C60-9ED5-5DB3A927F34F}" presName="vertSpace2b" presStyleCnt="0"/>
      <dgm:spPr/>
    </dgm:pt>
    <dgm:pt modelId="{5B3DF565-6F0A-421D-B8C4-EA81CF58AFAC}" type="pres">
      <dgm:prSet presAssocID="{99685645-73F9-47B0-AF95-915C8AEF29FC}" presName="thickLine" presStyleLbl="alignNode1" presStyleIdx="1" presStyleCnt="4"/>
      <dgm:spPr/>
    </dgm:pt>
    <dgm:pt modelId="{731C4828-7C0E-4688-AC5F-1DE329FB8A02}" type="pres">
      <dgm:prSet presAssocID="{99685645-73F9-47B0-AF95-915C8AEF29FC}" presName="horz1" presStyleCnt="0"/>
      <dgm:spPr/>
    </dgm:pt>
    <dgm:pt modelId="{4FDE3445-F541-492B-AEE6-E35DE51DEA7D}" type="pres">
      <dgm:prSet presAssocID="{99685645-73F9-47B0-AF95-915C8AEF29FC}" presName="tx1" presStyleLbl="revTx" presStyleIdx="2" presStyleCnt="8"/>
      <dgm:spPr/>
    </dgm:pt>
    <dgm:pt modelId="{00118FED-4142-47EF-8D81-E862B0D40BE4}" type="pres">
      <dgm:prSet presAssocID="{99685645-73F9-47B0-AF95-915C8AEF29FC}" presName="vert1" presStyleCnt="0"/>
      <dgm:spPr/>
    </dgm:pt>
    <dgm:pt modelId="{AA092AEE-7887-4FC7-A89E-9B665E65A078}" type="pres">
      <dgm:prSet presAssocID="{C467A528-3F96-497F-A7CC-3CD978C7FFCB}" presName="vertSpace2a" presStyleCnt="0"/>
      <dgm:spPr/>
    </dgm:pt>
    <dgm:pt modelId="{77160CBA-61AC-476D-A41C-4EC073D1B5DC}" type="pres">
      <dgm:prSet presAssocID="{C467A528-3F96-497F-A7CC-3CD978C7FFCB}" presName="horz2" presStyleCnt="0"/>
      <dgm:spPr/>
    </dgm:pt>
    <dgm:pt modelId="{ECC94013-9007-471D-ACE7-F8EF324BC88F}" type="pres">
      <dgm:prSet presAssocID="{C467A528-3F96-497F-A7CC-3CD978C7FFCB}" presName="horzSpace2" presStyleCnt="0"/>
      <dgm:spPr/>
    </dgm:pt>
    <dgm:pt modelId="{BE4DE1E1-378D-42CB-B76E-AE5A0799E463}" type="pres">
      <dgm:prSet presAssocID="{C467A528-3F96-497F-A7CC-3CD978C7FFCB}" presName="tx2" presStyleLbl="revTx" presStyleIdx="3" presStyleCnt="8"/>
      <dgm:spPr/>
    </dgm:pt>
    <dgm:pt modelId="{1815EC28-0533-4E9B-90EB-F2E36208574F}" type="pres">
      <dgm:prSet presAssocID="{C467A528-3F96-497F-A7CC-3CD978C7FFCB}" presName="vert2" presStyleCnt="0"/>
      <dgm:spPr/>
    </dgm:pt>
    <dgm:pt modelId="{3DCDC56E-A8DD-453F-844C-4646B962B57B}" type="pres">
      <dgm:prSet presAssocID="{C467A528-3F96-497F-A7CC-3CD978C7FFCB}" presName="thinLine2b" presStyleLbl="callout" presStyleIdx="1" presStyleCnt="4"/>
      <dgm:spPr/>
    </dgm:pt>
    <dgm:pt modelId="{79514401-02C2-4D86-9444-FCCC5B31632A}" type="pres">
      <dgm:prSet presAssocID="{C467A528-3F96-497F-A7CC-3CD978C7FFCB}" presName="vertSpace2b" presStyleCnt="0"/>
      <dgm:spPr/>
    </dgm:pt>
    <dgm:pt modelId="{9F9AF788-36C1-4007-80B1-E117DCCBEB83}" type="pres">
      <dgm:prSet presAssocID="{78857144-B9DC-42FC-BBFB-9C8AB5191328}" presName="thickLine" presStyleLbl="alignNode1" presStyleIdx="2" presStyleCnt="4"/>
      <dgm:spPr/>
    </dgm:pt>
    <dgm:pt modelId="{1AD6D92C-8D6C-43BF-8699-AED04457335F}" type="pres">
      <dgm:prSet presAssocID="{78857144-B9DC-42FC-BBFB-9C8AB5191328}" presName="horz1" presStyleCnt="0"/>
      <dgm:spPr/>
    </dgm:pt>
    <dgm:pt modelId="{D6F0311E-347A-4C87-A281-59D4C9D14023}" type="pres">
      <dgm:prSet presAssocID="{78857144-B9DC-42FC-BBFB-9C8AB5191328}" presName="tx1" presStyleLbl="revTx" presStyleIdx="4" presStyleCnt="8"/>
      <dgm:spPr/>
    </dgm:pt>
    <dgm:pt modelId="{525D2A7A-CFC1-4848-9AF5-CBA8B3D8591D}" type="pres">
      <dgm:prSet presAssocID="{78857144-B9DC-42FC-BBFB-9C8AB5191328}" presName="vert1" presStyleCnt="0"/>
      <dgm:spPr/>
    </dgm:pt>
    <dgm:pt modelId="{D0149197-7BFA-48C9-90D9-6854FC306F86}" type="pres">
      <dgm:prSet presAssocID="{C91E97F8-18A1-4CA0-A77D-77D2B7DF73BF}" presName="vertSpace2a" presStyleCnt="0"/>
      <dgm:spPr/>
    </dgm:pt>
    <dgm:pt modelId="{F8841ACF-5D34-4F20-8216-B5E7561015CD}" type="pres">
      <dgm:prSet presAssocID="{C91E97F8-18A1-4CA0-A77D-77D2B7DF73BF}" presName="horz2" presStyleCnt="0"/>
      <dgm:spPr/>
    </dgm:pt>
    <dgm:pt modelId="{58B80CF6-DC82-4755-B33C-65BAC181833A}" type="pres">
      <dgm:prSet presAssocID="{C91E97F8-18A1-4CA0-A77D-77D2B7DF73BF}" presName="horzSpace2" presStyleCnt="0"/>
      <dgm:spPr/>
    </dgm:pt>
    <dgm:pt modelId="{75CDC3FE-0A5C-45F5-9C0E-F70BAC629ABF}" type="pres">
      <dgm:prSet presAssocID="{C91E97F8-18A1-4CA0-A77D-77D2B7DF73BF}" presName="tx2" presStyleLbl="revTx" presStyleIdx="5" presStyleCnt="8"/>
      <dgm:spPr/>
    </dgm:pt>
    <dgm:pt modelId="{74B2330A-ED6B-42BF-8892-F6480B43D60C}" type="pres">
      <dgm:prSet presAssocID="{C91E97F8-18A1-4CA0-A77D-77D2B7DF73BF}" presName="vert2" presStyleCnt="0"/>
      <dgm:spPr/>
    </dgm:pt>
    <dgm:pt modelId="{289857C0-EA77-40D4-B4DC-6A621904218B}" type="pres">
      <dgm:prSet presAssocID="{C91E97F8-18A1-4CA0-A77D-77D2B7DF73BF}" presName="thinLine2b" presStyleLbl="callout" presStyleIdx="2" presStyleCnt="4"/>
      <dgm:spPr/>
    </dgm:pt>
    <dgm:pt modelId="{781BFB5B-ED00-4590-8C23-83870ACF7A54}" type="pres">
      <dgm:prSet presAssocID="{C91E97F8-18A1-4CA0-A77D-77D2B7DF73BF}" presName="vertSpace2b" presStyleCnt="0"/>
      <dgm:spPr/>
    </dgm:pt>
    <dgm:pt modelId="{DB021F2B-134F-4ACD-9562-027DF290EF3F}" type="pres">
      <dgm:prSet presAssocID="{0FE27DA7-F51B-4B3D-B829-66C30B10769D}" presName="thickLine" presStyleLbl="alignNode1" presStyleIdx="3" presStyleCnt="4"/>
      <dgm:spPr/>
    </dgm:pt>
    <dgm:pt modelId="{8BE9B9DE-0BD1-4701-94DA-2DDA1F5F4EE8}" type="pres">
      <dgm:prSet presAssocID="{0FE27DA7-F51B-4B3D-B829-66C30B10769D}" presName="horz1" presStyleCnt="0"/>
      <dgm:spPr/>
    </dgm:pt>
    <dgm:pt modelId="{CB8894E6-8245-4BDE-88E7-4375564B0D0F}" type="pres">
      <dgm:prSet presAssocID="{0FE27DA7-F51B-4B3D-B829-66C30B10769D}" presName="tx1" presStyleLbl="revTx" presStyleIdx="6" presStyleCnt="8"/>
      <dgm:spPr/>
    </dgm:pt>
    <dgm:pt modelId="{FEB2E6E0-7A90-4BEF-9710-576999D461FA}" type="pres">
      <dgm:prSet presAssocID="{0FE27DA7-F51B-4B3D-B829-66C30B10769D}" presName="vert1" presStyleCnt="0"/>
      <dgm:spPr/>
    </dgm:pt>
    <dgm:pt modelId="{9E52BBC3-18A2-4E7E-81E6-F175CDFA4CC1}" type="pres">
      <dgm:prSet presAssocID="{31BAD6EC-92F9-4E98-9BAA-5762A603FF35}" presName="vertSpace2a" presStyleCnt="0"/>
      <dgm:spPr/>
    </dgm:pt>
    <dgm:pt modelId="{B064FD3C-9DDC-4444-A9B5-9D16B6CA542A}" type="pres">
      <dgm:prSet presAssocID="{31BAD6EC-92F9-4E98-9BAA-5762A603FF35}" presName="horz2" presStyleCnt="0"/>
      <dgm:spPr/>
    </dgm:pt>
    <dgm:pt modelId="{53D95D26-B00D-45B1-94C5-DD8A60777B38}" type="pres">
      <dgm:prSet presAssocID="{31BAD6EC-92F9-4E98-9BAA-5762A603FF35}" presName="horzSpace2" presStyleCnt="0"/>
      <dgm:spPr/>
    </dgm:pt>
    <dgm:pt modelId="{B0CCD80B-E9CB-4C47-B1F0-B45E67D02282}" type="pres">
      <dgm:prSet presAssocID="{31BAD6EC-92F9-4E98-9BAA-5762A603FF35}" presName="tx2" presStyleLbl="revTx" presStyleIdx="7" presStyleCnt="8"/>
      <dgm:spPr/>
    </dgm:pt>
    <dgm:pt modelId="{CA0215C8-28EC-41B2-8F94-1925410E60BC}" type="pres">
      <dgm:prSet presAssocID="{31BAD6EC-92F9-4E98-9BAA-5762A603FF35}" presName="vert2" presStyleCnt="0"/>
      <dgm:spPr/>
    </dgm:pt>
    <dgm:pt modelId="{74BDD459-4C6E-4FF3-A42E-CA07DC180D9C}" type="pres">
      <dgm:prSet presAssocID="{31BAD6EC-92F9-4E98-9BAA-5762A603FF35}" presName="thinLine2b" presStyleLbl="callout" presStyleIdx="3" presStyleCnt="4"/>
      <dgm:spPr/>
    </dgm:pt>
    <dgm:pt modelId="{569C8082-71E6-4ED2-8983-972DA1442231}" type="pres">
      <dgm:prSet presAssocID="{31BAD6EC-92F9-4E98-9BAA-5762A603FF35}" presName="vertSpace2b" presStyleCnt="0"/>
      <dgm:spPr/>
    </dgm:pt>
  </dgm:ptLst>
  <dgm:cxnLst>
    <dgm:cxn modelId="{A79FB209-7258-4A5C-9B96-C7E463224ADA}" srcId="{6EA3947D-8895-41FC-8B2D-51F80B710E32}" destId="{0D90359C-7405-4C60-9ED5-5DB3A927F34F}" srcOrd="0" destOrd="0" parTransId="{456E5132-DEDE-47A5-AB75-CE3B7DB9206F}" sibTransId="{85E7DBE4-A30A-4785-A843-3725AC7C0AB8}"/>
    <dgm:cxn modelId="{616E881A-862B-4796-9F49-860AF82C6A25}" type="presOf" srcId="{6EA3947D-8895-41FC-8B2D-51F80B710E32}" destId="{001583BB-CD75-4504-B260-E05D84F8706C}" srcOrd="0" destOrd="0" presId="urn:microsoft.com/office/officeart/2008/layout/LinedList"/>
    <dgm:cxn modelId="{3F22081D-F54A-464E-9FD4-9FD0274E2997}" srcId="{36C909A2-6053-49E8-9519-5718A8D8B6CA}" destId="{0FE27DA7-F51B-4B3D-B829-66C30B10769D}" srcOrd="3" destOrd="0" parTransId="{F50FB2FB-205F-42FC-B9AE-4685B8F7B0A4}" sibTransId="{FC2ACECB-5095-4798-8F1C-06C95C3CAB97}"/>
    <dgm:cxn modelId="{1E07C72C-8E50-4429-86E9-27821B9CEB11}" type="presOf" srcId="{31BAD6EC-92F9-4E98-9BAA-5762A603FF35}" destId="{B0CCD80B-E9CB-4C47-B1F0-B45E67D02282}" srcOrd="0" destOrd="0" presId="urn:microsoft.com/office/officeart/2008/layout/LinedList"/>
    <dgm:cxn modelId="{2E00DB39-AE81-485C-B07A-CAF50CA2F1DE}" srcId="{99685645-73F9-47B0-AF95-915C8AEF29FC}" destId="{C467A528-3F96-497F-A7CC-3CD978C7FFCB}" srcOrd="0" destOrd="0" parTransId="{4305A152-E427-464C-94D4-41C37036A149}" sibTransId="{7204E769-DAB4-4C80-AAF5-B8A2DB625454}"/>
    <dgm:cxn modelId="{FFD70A3D-F862-4B4B-B07F-BF642845A619}" type="presOf" srcId="{99685645-73F9-47B0-AF95-915C8AEF29FC}" destId="{4FDE3445-F541-492B-AEE6-E35DE51DEA7D}" srcOrd="0" destOrd="0" presId="urn:microsoft.com/office/officeart/2008/layout/LinedList"/>
    <dgm:cxn modelId="{362E9563-8046-4107-B41D-B22D02B5E090}" type="presOf" srcId="{C467A528-3F96-497F-A7CC-3CD978C7FFCB}" destId="{BE4DE1E1-378D-42CB-B76E-AE5A0799E463}" srcOrd="0" destOrd="0" presId="urn:microsoft.com/office/officeart/2008/layout/LinedList"/>
    <dgm:cxn modelId="{2A507F6B-7622-4E37-9C39-77A6639E1526}" type="presOf" srcId="{C91E97F8-18A1-4CA0-A77D-77D2B7DF73BF}" destId="{75CDC3FE-0A5C-45F5-9C0E-F70BAC629ABF}" srcOrd="0" destOrd="0" presId="urn:microsoft.com/office/officeart/2008/layout/LinedList"/>
    <dgm:cxn modelId="{06D6E66C-6122-44CF-ABDE-DC2C1312EE26}" srcId="{36C909A2-6053-49E8-9519-5718A8D8B6CA}" destId="{6EA3947D-8895-41FC-8B2D-51F80B710E32}" srcOrd="0" destOrd="0" parTransId="{3965FE07-727E-4221-BBD4-1E78DB5F3753}" sibTransId="{7344C0E5-118A-485C-8968-F3D194E4A82A}"/>
    <dgm:cxn modelId="{5A550898-B58B-499E-AEED-54AC56C26C18}" srcId="{36C909A2-6053-49E8-9519-5718A8D8B6CA}" destId="{78857144-B9DC-42FC-BBFB-9C8AB5191328}" srcOrd="2" destOrd="0" parTransId="{DD19F074-D7E1-43BA-9DFA-05B17F6353D2}" sibTransId="{8BA41702-5105-4468-9C8D-22A4B2B888F2}"/>
    <dgm:cxn modelId="{285F9CB2-3256-4AF0-931F-4ED7F0117722}" srcId="{78857144-B9DC-42FC-BBFB-9C8AB5191328}" destId="{C91E97F8-18A1-4CA0-A77D-77D2B7DF73BF}" srcOrd="0" destOrd="0" parTransId="{6B7952B2-4E55-44F3-BC9B-167CC1ADFFA2}" sibTransId="{56E706FB-FD8F-4D3E-9CBF-5D0489BA5F4F}"/>
    <dgm:cxn modelId="{D017ABB2-792B-4123-B488-2F401E90A3E1}" type="presOf" srcId="{36C909A2-6053-49E8-9519-5718A8D8B6CA}" destId="{EFD3A51E-DA35-4DF1-AA90-6E8C300AB1A6}" srcOrd="0" destOrd="0" presId="urn:microsoft.com/office/officeart/2008/layout/LinedList"/>
    <dgm:cxn modelId="{C9BED4D5-988A-495B-80CD-F3ACAC949D02}" type="presOf" srcId="{0D90359C-7405-4C60-9ED5-5DB3A927F34F}" destId="{5CE68A43-C614-4E9B-A393-07335A61FEC3}" srcOrd="0" destOrd="0" presId="urn:microsoft.com/office/officeart/2008/layout/LinedList"/>
    <dgm:cxn modelId="{87BD5FF5-2AA0-4573-BF11-63CE6B2B9F9C}" srcId="{36C909A2-6053-49E8-9519-5718A8D8B6CA}" destId="{99685645-73F9-47B0-AF95-915C8AEF29FC}" srcOrd="1" destOrd="0" parTransId="{5DB8A5A0-BD54-46E6-B228-645A3904491A}" sibTransId="{7B55EB7F-D9ED-4DAF-900E-02066AF1E3F0}"/>
    <dgm:cxn modelId="{35EDAAF7-1B2E-4A6A-96EE-D6AC47DC74FF}" type="presOf" srcId="{0FE27DA7-F51B-4B3D-B829-66C30B10769D}" destId="{CB8894E6-8245-4BDE-88E7-4375564B0D0F}" srcOrd="0" destOrd="0" presId="urn:microsoft.com/office/officeart/2008/layout/LinedList"/>
    <dgm:cxn modelId="{F3A4F0FA-7076-47DC-89E8-4A1AB1E02576}" srcId="{0FE27DA7-F51B-4B3D-B829-66C30B10769D}" destId="{31BAD6EC-92F9-4E98-9BAA-5762A603FF35}" srcOrd="0" destOrd="0" parTransId="{73E8F230-12F5-497E-8442-ED30766B0C06}" sibTransId="{A666204D-764F-461A-8DF6-09C848F3149A}"/>
    <dgm:cxn modelId="{84D197FF-54E9-40E8-91EC-51601F6FC725}" type="presOf" srcId="{78857144-B9DC-42FC-BBFB-9C8AB5191328}" destId="{D6F0311E-347A-4C87-A281-59D4C9D14023}" srcOrd="0" destOrd="0" presId="urn:microsoft.com/office/officeart/2008/layout/LinedList"/>
    <dgm:cxn modelId="{8A65A541-1861-48BF-8FA7-6A46AF0FDF8B}" type="presParOf" srcId="{EFD3A51E-DA35-4DF1-AA90-6E8C300AB1A6}" destId="{34434D78-84F6-46AD-9023-DC72A7D1CA15}" srcOrd="0" destOrd="0" presId="urn:microsoft.com/office/officeart/2008/layout/LinedList"/>
    <dgm:cxn modelId="{19A603D6-B269-4528-B770-1E2E59337ECA}" type="presParOf" srcId="{EFD3A51E-DA35-4DF1-AA90-6E8C300AB1A6}" destId="{40612514-1D3A-4082-8F7E-695EAF6C8CF1}" srcOrd="1" destOrd="0" presId="urn:microsoft.com/office/officeart/2008/layout/LinedList"/>
    <dgm:cxn modelId="{F816DC05-250C-43F5-93E5-F009B2FE5602}" type="presParOf" srcId="{40612514-1D3A-4082-8F7E-695EAF6C8CF1}" destId="{001583BB-CD75-4504-B260-E05D84F8706C}" srcOrd="0" destOrd="0" presId="urn:microsoft.com/office/officeart/2008/layout/LinedList"/>
    <dgm:cxn modelId="{E6B7CEF5-4BB1-4820-85D7-29096309B78B}" type="presParOf" srcId="{40612514-1D3A-4082-8F7E-695EAF6C8CF1}" destId="{3862D493-3783-4C3A-93CE-724DE5F9216F}" srcOrd="1" destOrd="0" presId="urn:microsoft.com/office/officeart/2008/layout/LinedList"/>
    <dgm:cxn modelId="{C3BAA6D0-144B-45C1-8746-03C22E8C9927}" type="presParOf" srcId="{3862D493-3783-4C3A-93CE-724DE5F9216F}" destId="{E84E7567-5EE6-453F-ACA7-782CACE0ADA5}" srcOrd="0" destOrd="0" presId="urn:microsoft.com/office/officeart/2008/layout/LinedList"/>
    <dgm:cxn modelId="{72A77D89-115F-4C46-95CE-7D240A38C82A}" type="presParOf" srcId="{3862D493-3783-4C3A-93CE-724DE5F9216F}" destId="{77AE7712-E9E2-4528-BEB8-0741156A7B8F}" srcOrd="1" destOrd="0" presId="urn:microsoft.com/office/officeart/2008/layout/LinedList"/>
    <dgm:cxn modelId="{39EF5F98-6588-4913-AE90-C84C637A2A7D}" type="presParOf" srcId="{77AE7712-E9E2-4528-BEB8-0741156A7B8F}" destId="{CEADCFFB-2293-43F4-A7AA-3E04D75110A4}" srcOrd="0" destOrd="0" presId="urn:microsoft.com/office/officeart/2008/layout/LinedList"/>
    <dgm:cxn modelId="{5BA8516F-48B0-4D64-B10A-05143846244E}" type="presParOf" srcId="{77AE7712-E9E2-4528-BEB8-0741156A7B8F}" destId="{5CE68A43-C614-4E9B-A393-07335A61FEC3}" srcOrd="1" destOrd="0" presId="urn:microsoft.com/office/officeart/2008/layout/LinedList"/>
    <dgm:cxn modelId="{CA3FEDC4-6308-40B3-BB0A-D1A63D7C4364}" type="presParOf" srcId="{77AE7712-E9E2-4528-BEB8-0741156A7B8F}" destId="{3B026EA4-5FF0-48FA-B0AC-26FFA235415C}" srcOrd="2" destOrd="0" presId="urn:microsoft.com/office/officeart/2008/layout/LinedList"/>
    <dgm:cxn modelId="{0F66D972-9693-47E5-8888-575700FC1002}" type="presParOf" srcId="{3862D493-3783-4C3A-93CE-724DE5F9216F}" destId="{A407F33A-1E48-4635-9301-9E9B1DA9BA75}" srcOrd="2" destOrd="0" presId="urn:microsoft.com/office/officeart/2008/layout/LinedList"/>
    <dgm:cxn modelId="{3AA0215D-1843-4E4E-8157-2FB6975AE257}" type="presParOf" srcId="{3862D493-3783-4C3A-93CE-724DE5F9216F}" destId="{AEB4C1D6-5C02-4788-9FDD-295D3BC0AA5A}" srcOrd="3" destOrd="0" presId="urn:microsoft.com/office/officeart/2008/layout/LinedList"/>
    <dgm:cxn modelId="{4214C701-0F5D-47CB-9F28-C5003AFF1B73}" type="presParOf" srcId="{EFD3A51E-DA35-4DF1-AA90-6E8C300AB1A6}" destId="{5B3DF565-6F0A-421D-B8C4-EA81CF58AFAC}" srcOrd="2" destOrd="0" presId="urn:microsoft.com/office/officeart/2008/layout/LinedList"/>
    <dgm:cxn modelId="{BE761893-44CE-4761-80C9-238E98DC686D}" type="presParOf" srcId="{EFD3A51E-DA35-4DF1-AA90-6E8C300AB1A6}" destId="{731C4828-7C0E-4688-AC5F-1DE329FB8A02}" srcOrd="3" destOrd="0" presId="urn:microsoft.com/office/officeart/2008/layout/LinedList"/>
    <dgm:cxn modelId="{CECEAFD3-DB4F-42A3-8562-B2450B453097}" type="presParOf" srcId="{731C4828-7C0E-4688-AC5F-1DE329FB8A02}" destId="{4FDE3445-F541-492B-AEE6-E35DE51DEA7D}" srcOrd="0" destOrd="0" presId="urn:microsoft.com/office/officeart/2008/layout/LinedList"/>
    <dgm:cxn modelId="{D9A40A49-DB06-425B-B6EC-BB13AAFEE11C}" type="presParOf" srcId="{731C4828-7C0E-4688-AC5F-1DE329FB8A02}" destId="{00118FED-4142-47EF-8D81-E862B0D40BE4}" srcOrd="1" destOrd="0" presId="urn:microsoft.com/office/officeart/2008/layout/LinedList"/>
    <dgm:cxn modelId="{3DC35FF3-A7A9-47D8-A50E-6B5860586CF4}" type="presParOf" srcId="{00118FED-4142-47EF-8D81-E862B0D40BE4}" destId="{AA092AEE-7887-4FC7-A89E-9B665E65A078}" srcOrd="0" destOrd="0" presId="urn:microsoft.com/office/officeart/2008/layout/LinedList"/>
    <dgm:cxn modelId="{C4DC3F3C-F177-481E-A5F7-F19853F051D3}" type="presParOf" srcId="{00118FED-4142-47EF-8D81-E862B0D40BE4}" destId="{77160CBA-61AC-476D-A41C-4EC073D1B5DC}" srcOrd="1" destOrd="0" presId="urn:microsoft.com/office/officeart/2008/layout/LinedList"/>
    <dgm:cxn modelId="{86453E72-695E-4F12-8BEC-78AB34A4F3BD}" type="presParOf" srcId="{77160CBA-61AC-476D-A41C-4EC073D1B5DC}" destId="{ECC94013-9007-471D-ACE7-F8EF324BC88F}" srcOrd="0" destOrd="0" presId="urn:microsoft.com/office/officeart/2008/layout/LinedList"/>
    <dgm:cxn modelId="{971DFC35-42CC-4C62-87D3-78A51753280D}" type="presParOf" srcId="{77160CBA-61AC-476D-A41C-4EC073D1B5DC}" destId="{BE4DE1E1-378D-42CB-B76E-AE5A0799E463}" srcOrd="1" destOrd="0" presId="urn:microsoft.com/office/officeart/2008/layout/LinedList"/>
    <dgm:cxn modelId="{3EA539E7-379C-4681-8443-544542DC798D}" type="presParOf" srcId="{77160CBA-61AC-476D-A41C-4EC073D1B5DC}" destId="{1815EC28-0533-4E9B-90EB-F2E36208574F}" srcOrd="2" destOrd="0" presId="urn:microsoft.com/office/officeart/2008/layout/LinedList"/>
    <dgm:cxn modelId="{8430847A-194B-40F7-8B97-029BDDB6E25E}" type="presParOf" srcId="{00118FED-4142-47EF-8D81-E862B0D40BE4}" destId="{3DCDC56E-A8DD-453F-844C-4646B962B57B}" srcOrd="2" destOrd="0" presId="urn:microsoft.com/office/officeart/2008/layout/LinedList"/>
    <dgm:cxn modelId="{F0ED6DC3-99C1-4E1A-9AAA-51A54A7280A9}" type="presParOf" srcId="{00118FED-4142-47EF-8D81-E862B0D40BE4}" destId="{79514401-02C2-4D86-9444-FCCC5B31632A}" srcOrd="3" destOrd="0" presId="urn:microsoft.com/office/officeart/2008/layout/LinedList"/>
    <dgm:cxn modelId="{2CE0AB71-F90A-4D62-A9CB-CEE6F89448AB}" type="presParOf" srcId="{EFD3A51E-DA35-4DF1-AA90-6E8C300AB1A6}" destId="{9F9AF788-36C1-4007-80B1-E117DCCBEB83}" srcOrd="4" destOrd="0" presId="urn:microsoft.com/office/officeart/2008/layout/LinedList"/>
    <dgm:cxn modelId="{2040D7BC-4D72-45AC-B0CC-B9A6E198B76B}" type="presParOf" srcId="{EFD3A51E-DA35-4DF1-AA90-6E8C300AB1A6}" destId="{1AD6D92C-8D6C-43BF-8699-AED04457335F}" srcOrd="5" destOrd="0" presId="urn:microsoft.com/office/officeart/2008/layout/LinedList"/>
    <dgm:cxn modelId="{9FA69E37-D27C-4AF6-AF33-AB21B1086114}" type="presParOf" srcId="{1AD6D92C-8D6C-43BF-8699-AED04457335F}" destId="{D6F0311E-347A-4C87-A281-59D4C9D14023}" srcOrd="0" destOrd="0" presId="urn:microsoft.com/office/officeart/2008/layout/LinedList"/>
    <dgm:cxn modelId="{B50B4791-89D7-4F06-9D01-CE1BD05F989F}" type="presParOf" srcId="{1AD6D92C-8D6C-43BF-8699-AED04457335F}" destId="{525D2A7A-CFC1-4848-9AF5-CBA8B3D8591D}" srcOrd="1" destOrd="0" presId="urn:microsoft.com/office/officeart/2008/layout/LinedList"/>
    <dgm:cxn modelId="{4F0F9074-A7D0-431C-8349-129279BA54BA}" type="presParOf" srcId="{525D2A7A-CFC1-4848-9AF5-CBA8B3D8591D}" destId="{D0149197-7BFA-48C9-90D9-6854FC306F86}" srcOrd="0" destOrd="0" presId="urn:microsoft.com/office/officeart/2008/layout/LinedList"/>
    <dgm:cxn modelId="{31A4AAEC-74C6-4066-B126-A87457547D9F}" type="presParOf" srcId="{525D2A7A-CFC1-4848-9AF5-CBA8B3D8591D}" destId="{F8841ACF-5D34-4F20-8216-B5E7561015CD}" srcOrd="1" destOrd="0" presId="urn:microsoft.com/office/officeart/2008/layout/LinedList"/>
    <dgm:cxn modelId="{A2CC770A-E903-487D-A359-78BEE9184847}" type="presParOf" srcId="{F8841ACF-5D34-4F20-8216-B5E7561015CD}" destId="{58B80CF6-DC82-4755-B33C-65BAC181833A}" srcOrd="0" destOrd="0" presId="urn:microsoft.com/office/officeart/2008/layout/LinedList"/>
    <dgm:cxn modelId="{3ECE2710-10EB-477B-B9EA-31E516C741D9}" type="presParOf" srcId="{F8841ACF-5D34-4F20-8216-B5E7561015CD}" destId="{75CDC3FE-0A5C-45F5-9C0E-F70BAC629ABF}" srcOrd="1" destOrd="0" presId="urn:microsoft.com/office/officeart/2008/layout/LinedList"/>
    <dgm:cxn modelId="{DFFC0E2C-FBBB-408B-9DB5-D85EFE6259C6}" type="presParOf" srcId="{F8841ACF-5D34-4F20-8216-B5E7561015CD}" destId="{74B2330A-ED6B-42BF-8892-F6480B43D60C}" srcOrd="2" destOrd="0" presId="urn:microsoft.com/office/officeart/2008/layout/LinedList"/>
    <dgm:cxn modelId="{1D38A3A6-0F7A-4946-9E6A-254737A87EFA}" type="presParOf" srcId="{525D2A7A-CFC1-4848-9AF5-CBA8B3D8591D}" destId="{289857C0-EA77-40D4-B4DC-6A621904218B}" srcOrd="2" destOrd="0" presId="urn:microsoft.com/office/officeart/2008/layout/LinedList"/>
    <dgm:cxn modelId="{12613527-875F-4C7D-9AC2-1BDD6C0F7DA9}" type="presParOf" srcId="{525D2A7A-CFC1-4848-9AF5-CBA8B3D8591D}" destId="{781BFB5B-ED00-4590-8C23-83870ACF7A54}" srcOrd="3" destOrd="0" presId="urn:microsoft.com/office/officeart/2008/layout/LinedList"/>
    <dgm:cxn modelId="{C1E7682B-A77B-4C1F-8700-53D191D12DEE}" type="presParOf" srcId="{EFD3A51E-DA35-4DF1-AA90-6E8C300AB1A6}" destId="{DB021F2B-134F-4ACD-9562-027DF290EF3F}" srcOrd="6" destOrd="0" presId="urn:microsoft.com/office/officeart/2008/layout/LinedList"/>
    <dgm:cxn modelId="{64A80ED4-27A4-42A1-9877-F208BA73DF1C}" type="presParOf" srcId="{EFD3A51E-DA35-4DF1-AA90-6E8C300AB1A6}" destId="{8BE9B9DE-0BD1-4701-94DA-2DDA1F5F4EE8}" srcOrd="7" destOrd="0" presId="urn:microsoft.com/office/officeart/2008/layout/LinedList"/>
    <dgm:cxn modelId="{38ADBD92-6EA0-4F83-9F04-579E223820AA}" type="presParOf" srcId="{8BE9B9DE-0BD1-4701-94DA-2DDA1F5F4EE8}" destId="{CB8894E6-8245-4BDE-88E7-4375564B0D0F}" srcOrd="0" destOrd="0" presId="urn:microsoft.com/office/officeart/2008/layout/LinedList"/>
    <dgm:cxn modelId="{323688BF-C5A6-4A5A-9A31-7C5AB0604854}" type="presParOf" srcId="{8BE9B9DE-0BD1-4701-94DA-2DDA1F5F4EE8}" destId="{FEB2E6E0-7A90-4BEF-9710-576999D461FA}" srcOrd="1" destOrd="0" presId="urn:microsoft.com/office/officeart/2008/layout/LinedList"/>
    <dgm:cxn modelId="{8F889475-6D7C-42F9-B1F8-36E1B9AE56D6}" type="presParOf" srcId="{FEB2E6E0-7A90-4BEF-9710-576999D461FA}" destId="{9E52BBC3-18A2-4E7E-81E6-F175CDFA4CC1}" srcOrd="0" destOrd="0" presId="urn:microsoft.com/office/officeart/2008/layout/LinedList"/>
    <dgm:cxn modelId="{819043AB-9B46-48ED-9A6B-A3EE55E828B1}" type="presParOf" srcId="{FEB2E6E0-7A90-4BEF-9710-576999D461FA}" destId="{B064FD3C-9DDC-4444-A9B5-9D16B6CA542A}" srcOrd="1" destOrd="0" presId="urn:microsoft.com/office/officeart/2008/layout/LinedList"/>
    <dgm:cxn modelId="{CC5C1E2D-BA34-4BB8-935F-603495FA5C2E}" type="presParOf" srcId="{B064FD3C-9DDC-4444-A9B5-9D16B6CA542A}" destId="{53D95D26-B00D-45B1-94C5-DD8A60777B38}" srcOrd="0" destOrd="0" presId="urn:microsoft.com/office/officeart/2008/layout/LinedList"/>
    <dgm:cxn modelId="{3733FBE9-7CB6-4E9B-BBBD-F5224BA24331}" type="presParOf" srcId="{B064FD3C-9DDC-4444-A9B5-9D16B6CA542A}" destId="{B0CCD80B-E9CB-4C47-B1F0-B45E67D02282}" srcOrd="1" destOrd="0" presId="urn:microsoft.com/office/officeart/2008/layout/LinedList"/>
    <dgm:cxn modelId="{6A97A341-B755-4635-B9E3-EAEFB6EF73C7}" type="presParOf" srcId="{B064FD3C-9DDC-4444-A9B5-9D16B6CA542A}" destId="{CA0215C8-28EC-41B2-8F94-1925410E60BC}" srcOrd="2" destOrd="0" presId="urn:microsoft.com/office/officeart/2008/layout/LinedList"/>
    <dgm:cxn modelId="{D598C18C-F568-4842-9C2D-3446FB9DDCA5}" type="presParOf" srcId="{FEB2E6E0-7A90-4BEF-9710-576999D461FA}" destId="{74BDD459-4C6E-4FF3-A42E-CA07DC180D9C}" srcOrd="2" destOrd="0" presId="urn:microsoft.com/office/officeart/2008/layout/LinedList"/>
    <dgm:cxn modelId="{0659D04A-F422-4107-B994-DD78844E44EE}" type="presParOf" srcId="{FEB2E6E0-7A90-4BEF-9710-576999D461FA}" destId="{569C8082-71E6-4ED2-8983-972DA1442231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57C25C9-7A26-42E5-89DF-4F34AF5877F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EAB3BD5-B42B-469A-B8C0-AEAD89E2DCDB}">
      <dgm:prSet/>
      <dgm:spPr/>
      <dgm:t>
        <a:bodyPr/>
        <a:lstStyle/>
        <a:p>
          <a:pPr>
            <a:defRPr cap="all"/>
          </a:pPr>
          <a:r>
            <a:rPr lang="en-US"/>
            <a:t>Questions?</a:t>
          </a:r>
        </a:p>
      </dgm:t>
    </dgm:pt>
    <dgm:pt modelId="{64C72DD1-9C43-4F3E-AE93-3516575E8EDE}" type="parTrans" cxnId="{F3A550D0-3841-4858-8ED9-254ACECFB772}">
      <dgm:prSet/>
      <dgm:spPr/>
      <dgm:t>
        <a:bodyPr/>
        <a:lstStyle/>
        <a:p>
          <a:endParaRPr lang="en-US"/>
        </a:p>
      </dgm:t>
    </dgm:pt>
    <dgm:pt modelId="{7E9C7C1C-5B43-4B3E-999E-96E244D65CA7}" type="sibTrans" cxnId="{F3A550D0-3841-4858-8ED9-254ACECFB772}">
      <dgm:prSet/>
      <dgm:spPr/>
      <dgm:t>
        <a:bodyPr/>
        <a:lstStyle/>
        <a:p>
          <a:endParaRPr lang="en-US"/>
        </a:p>
      </dgm:t>
    </dgm:pt>
    <dgm:pt modelId="{8B67FB11-53D1-43F8-8758-2AE9F92B4598}">
      <dgm:prSet/>
      <dgm:spPr/>
      <dgm:t>
        <a:bodyPr/>
        <a:lstStyle/>
        <a:p>
          <a:pPr>
            <a:defRPr cap="all"/>
          </a:pPr>
          <a:r>
            <a:rPr lang="en-US"/>
            <a:t>Project: Dallas Airbnb Revenue Prediction</a:t>
          </a:r>
        </a:p>
      </dgm:t>
    </dgm:pt>
    <dgm:pt modelId="{C3A06683-636A-42F6-88AC-B9CA8B110DC6}" type="parTrans" cxnId="{9A1B12DC-03D9-4F35-93BA-B7989F80A79E}">
      <dgm:prSet/>
      <dgm:spPr/>
      <dgm:t>
        <a:bodyPr/>
        <a:lstStyle/>
        <a:p>
          <a:endParaRPr lang="en-US"/>
        </a:p>
      </dgm:t>
    </dgm:pt>
    <dgm:pt modelId="{1EF8CE96-97B5-407E-9A01-778034677589}" type="sibTrans" cxnId="{9A1B12DC-03D9-4F35-93BA-B7989F80A79E}">
      <dgm:prSet/>
      <dgm:spPr/>
      <dgm:t>
        <a:bodyPr/>
        <a:lstStyle/>
        <a:p>
          <a:endParaRPr lang="en-US"/>
        </a:p>
      </dgm:t>
    </dgm:pt>
    <dgm:pt modelId="{D368F054-3634-497B-8437-F7C4EF241CB6}" type="pres">
      <dgm:prSet presAssocID="{357C25C9-7A26-42E5-89DF-4F34AF5877F7}" presName="root" presStyleCnt="0">
        <dgm:presLayoutVars>
          <dgm:dir/>
          <dgm:resizeHandles val="exact"/>
        </dgm:presLayoutVars>
      </dgm:prSet>
      <dgm:spPr/>
    </dgm:pt>
    <dgm:pt modelId="{025C4566-B73A-4504-A152-2D7102B68E49}" type="pres">
      <dgm:prSet presAssocID="{FEAB3BD5-B42B-469A-B8C0-AEAD89E2DCDB}" presName="compNode" presStyleCnt="0"/>
      <dgm:spPr/>
    </dgm:pt>
    <dgm:pt modelId="{B33B9ADE-123F-4294-B0AE-7E1A41969236}" type="pres">
      <dgm:prSet presAssocID="{FEAB3BD5-B42B-469A-B8C0-AEAD89E2DCDB}" presName="iconBgRect" presStyleLbl="bgShp" presStyleIdx="0" presStyleCnt="2"/>
      <dgm:spPr/>
    </dgm:pt>
    <dgm:pt modelId="{6BEB62B0-B21F-4493-A295-58139B9219A3}" type="pres">
      <dgm:prSet presAssocID="{FEAB3BD5-B42B-469A-B8C0-AEAD89E2DCD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0E04B0AA-292C-4852-8D66-72CCC5EE730A}" type="pres">
      <dgm:prSet presAssocID="{FEAB3BD5-B42B-469A-B8C0-AEAD89E2DCDB}" presName="spaceRect" presStyleCnt="0"/>
      <dgm:spPr/>
    </dgm:pt>
    <dgm:pt modelId="{6552746F-3D73-4E8E-9BBE-DB5141A18EA4}" type="pres">
      <dgm:prSet presAssocID="{FEAB3BD5-B42B-469A-B8C0-AEAD89E2DCDB}" presName="textRect" presStyleLbl="revTx" presStyleIdx="0" presStyleCnt="2">
        <dgm:presLayoutVars>
          <dgm:chMax val="1"/>
          <dgm:chPref val="1"/>
        </dgm:presLayoutVars>
      </dgm:prSet>
      <dgm:spPr/>
    </dgm:pt>
    <dgm:pt modelId="{5207CA74-7E11-4017-9186-07F04F9C2894}" type="pres">
      <dgm:prSet presAssocID="{7E9C7C1C-5B43-4B3E-999E-96E244D65CA7}" presName="sibTrans" presStyleCnt="0"/>
      <dgm:spPr/>
    </dgm:pt>
    <dgm:pt modelId="{4DA40985-0FCE-4E87-9A5E-1CBBBFB1E8BC}" type="pres">
      <dgm:prSet presAssocID="{8B67FB11-53D1-43F8-8758-2AE9F92B4598}" presName="compNode" presStyleCnt="0"/>
      <dgm:spPr/>
    </dgm:pt>
    <dgm:pt modelId="{C4F6E837-4791-41E6-8A3B-22A942E8FDB6}" type="pres">
      <dgm:prSet presAssocID="{8B67FB11-53D1-43F8-8758-2AE9F92B4598}" presName="iconBgRect" presStyleLbl="bgShp" presStyleIdx="1" presStyleCnt="2"/>
      <dgm:spPr/>
    </dgm:pt>
    <dgm:pt modelId="{0858F0E6-730A-439C-AB34-0699A55088A7}" type="pres">
      <dgm:prSet presAssocID="{8B67FB11-53D1-43F8-8758-2AE9F92B459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73D603D0-5FBE-4617-9F38-B18F28464A2A}" type="pres">
      <dgm:prSet presAssocID="{8B67FB11-53D1-43F8-8758-2AE9F92B4598}" presName="spaceRect" presStyleCnt="0"/>
      <dgm:spPr/>
    </dgm:pt>
    <dgm:pt modelId="{BE7992E1-39F8-4032-B57C-C7F5E5FF831F}" type="pres">
      <dgm:prSet presAssocID="{8B67FB11-53D1-43F8-8758-2AE9F92B459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807E273-C1BC-49AF-9CDC-6580C57D268B}" type="presOf" srcId="{357C25C9-7A26-42E5-89DF-4F34AF5877F7}" destId="{D368F054-3634-497B-8437-F7C4EF241CB6}" srcOrd="0" destOrd="0" presId="urn:microsoft.com/office/officeart/2018/5/layout/IconCircleLabelList"/>
    <dgm:cxn modelId="{F3A550D0-3841-4858-8ED9-254ACECFB772}" srcId="{357C25C9-7A26-42E5-89DF-4F34AF5877F7}" destId="{FEAB3BD5-B42B-469A-B8C0-AEAD89E2DCDB}" srcOrd="0" destOrd="0" parTransId="{64C72DD1-9C43-4F3E-AE93-3516575E8EDE}" sibTransId="{7E9C7C1C-5B43-4B3E-999E-96E244D65CA7}"/>
    <dgm:cxn modelId="{3F4D7CD6-FBA8-462F-A05C-4C188DECF39D}" type="presOf" srcId="{8B67FB11-53D1-43F8-8758-2AE9F92B4598}" destId="{BE7992E1-39F8-4032-B57C-C7F5E5FF831F}" srcOrd="0" destOrd="0" presId="urn:microsoft.com/office/officeart/2018/5/layout/IconCircleLabelList"/>
    <dgm:cxn modelId="{F34DCED6-81CD-40EE-8609-42BDBC2E5D55}" type="presOf" srcId="{FEAB3BD5-B42B-469A-B8C0-AEAD89E2DCDB}" destId="{6552746F-3D73-4E8E-9BBE-DB5141A18EA4}" srcOrd="0" destOrd="0" presId="urn:microsoft.com/office/officeart/2018/5/layout/IconCircleLabelList"/>
    <dgm:cxn modelId="{9A1B12DC-03D9-4F35-93BA-B7989F80A79E}" srcId="{357C25C9-7A26-42E5-89DF-4F34AF5877F7}" destId="{8B67FB11-53D1-43F8-8758-2AE9F92B4598}" srcOrd="1" destOrd="0" parTransId="{C3A06683-636A-42F6-88AC-B9CA8B110DC6}" sibTransId="{1EF8CE96-97B5-407E-9A01-778034677589}"/>
    <dgm:cxn modelId="{FB0965FB-48DC-4409-883C-A1EACEBC2D4E}" type="presParOf" srcId="{D368F054-3634-497B-8437-F7C4EF241CB6}" destId="{025C4566-B73A-4504-A152-2D7102B68E49}" srcOrd="0" destOrd="0" presId="urn:microsoft.com/office/officeart/2018/5/layout/IconCircleLabelList"/>
    <dgm:cxn modelId="{736B062D-D90A-480F-9E11-A81859421D43}" type="presParOf" srcId="{025C4566-B73A-4504-A152-2D7102B68E49}" destId="{B33B9ADE-123F-4294-B0AE-7E1A41969236}" srcOrd="0" destOrd="0" presId="urn:microsoft.com/office/officeart/2018/5/layout/IconCircleLabelList"/>
    <dgm:cxn modelId="{F5D33D53-C3D7-4301-B31B-56FFE16DA6C4}" type="presParOf" srcId="{025C4566-B73A-4504-A152-2D7102B68E49}" destId="{6BEB62B0-B21F-4493-A295-58139B9219A3}" srcOrd="1" destOrd="0" presId="urn:microsoft.com/office/officeart/2018/5/layout/IconCircleLabelList"/>
    <dgm:cxn modelId="{D488B227-A218-4557-A4EE-901AB589BF76}" type="presParOf" srcId="{025C4566-B73A-4504-A152-2D7102B68E49}" destId="{0E04B0AA-292C-4852-8D66-72CCC5EE730A}" srcOrd="2" destOrd="0" presId="urn:microsoft.com/office/officeart/2018/5/layout/IconCircleLabelList"/>
    <dgm:cxn modelId="{09B3D9CE-905C-46B7-80C2-BD0B0466C908}" type="presParOf" srcId="{025C4566-B73A-4504-A152-2D7102B68E49}" destId="{6552746F-3D73-4E8E-9BBE-DB5141A18EA4}" srcOrd="3" destOrd="0" presId="urn:microsoft.com/office/officeart/2018/5/layout/IconCircleLabelList"/>
    <dgm:cxn modelId="{99BDBE42-5766-4A5B-88EE-34DC21090BDB}" type="presParOf" srcId="{D368F054-3634-497B-8437-F7C4EF241CB6}" destId="{5207CA74-7E11-4017-9186-07F04F9C2894}" srcOrd="1" destOrd="0" presId="urn:microsoft.com/office/officeart/2018/5/layout/IconCircleLabelList"/>
    <dgm:cxn modelId="{6DD3DC6A-3D8E-431E-95D6-126F10F2D7EF}" type="presParOf" srcId="{D368F054-3634-497B-8437-F7C4EF241CB6}" destId="{4DA40985-0FCE-4E87-9A5E-1CBBBFB1E8BC}" srcOrd="2" destOrd="0" presId="urn:microsoft.com/office/officeart/2018/5/layout/IconCircleLabelList"/>
    <dgm:cxn modelId="{3627E89F-19DB-47C9-ADEC-8617829C3093}" type="presParOf" srcId="{4DA40985-0FCE-4E87-9A5E-1CBBBFB1E8BC}" destId="{C4F6E837-4791-41E6-8A3B-22A942E8FDB6}" srcOrd="0" destOrd="0" presId="urn:microsoft.com/office/officeart/2018/5/layout/IconCircleLabelList"/>
    <dgm:cxn modelId="{7872F65E-9934-4BB4-9A4C-2D3370D4C226}" type="presParOf" srcId="{4DA40985-0FCE-4E87-9A5E-1CBBBFB1E8BC}" destId="{0858F0E6-730A-439C-AB34-0699A55088A7}" srcOrd="1" destOrd="0" presId="urn:microsoft.com/office/officeart/2018/5/layout/IconCircleLabelList"/>
    <dgm:cxn modelId="{8092231A-A053-4A51-B5AF-55D388F1A8AE}" type="presParOf" srcId="{4DA40985-0FCE-4E87-9A5E-1CBBBFB1E8BC}" destId="{73D603D0-5FBE-4617-9F38-B18F28464A2A}" srcOrd="2" destOrd="0" presId="urn:microsoft.com/office/officeart/2018/5/layout/IconCircleLabelList"/>
    <dgm:cxn modelId="{71BE8C4D-90B1-45DF-A82D-D6C0370E54C8}" type="presParOf" srcId="{4DA40985-0FCE-4E87-9A5E-1CBBBFB1E8BC}" destId="{BE7992E1-39F8-4032-B57C-C7F5E5FF831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A184B-BAC7-44B2-A429-7831A6A9ECBD}">
      <dsp:nvSpPr>
        <dsp:cNvPr id="0" name=""/>
        <dsp:cNvSpPr/>
      </dsp:nvSpPr>
      <dsp:spPr>
        <a:xfrm>
          <a:off x="3200" y="194219"/>
          <a:ext cx="2539205" cy="152352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Problem Statement</a:t>
          </a:r>
        </a:p>
      </dsp:txBody>
      <dsp:txXfrm>
        <a:off x="3200" y="194219"/>
        <a:ext cx="2539205" cy="1523523"/>
      </dsp:txXfrm>
    </dsp:sp>
    <dsp:sp modelId="{D7B80119-26AF-4D3D-AB26-825EFF64CA96}">
      <dsp:nvSpPr>
        <dsp:cNvPr id="0" name=""/>
        <dsp:cNvSpPr/>
      </dsp:nvSpPr>
      <dsp:spPr>
        <a:xfrm>
          <a:off x="2796326" y="194219"/>
          <a:ext cx="2539205" cy="152352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 Understanding &amp; Cleaning</a:t>
          </a:r>
        </a:p>
      </dsp:txBody>
      <dsp:txXfrm>
        <a:off x="2796326" y="194219"/>
        <a:ext cx="2539205" cy="1523523"/>
      </dsp:txXfrm>
    </dsp:sp>
    <dsp:sp modelId="{65AD135C-56B3-4B3A-B588-C9D664EE41FC}">
      <dsp:nvSpPr>
        <dsp:cNvPr id="0" name=""/>
        <dsp:cNvSpPr/>
      </dsp:nvSpPr>
      <dsp:spPr>
        <a:xfrm>
          <a:off x="5589451" y="194219"/>
          <a:ext cx="2539205" cy="152352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Feature Engineering</a:t>
          </a:r>
        </a:p>
      </dsp:txBody>
      <dsp:txXfrm>
        <a:off x="5589451" y="194219"/>
        <a:ext cx="2539205" cy="1523523"/>
      </dsp:txXfrm>
    </dsp:sp>
    <dsp:sp modelId="{9D968019-EF32-4F7F-8E0E-58A486D22C4C}">
      <dsp:nvSpPr>
        <dsp:cNvPr id="0" name=""/>
        <dsp:cNvSpPr/>
      </dsp:nvSpPr>
      <dsp:spPr>
        <a:xfrm>
          <a:off x="8382577" y="194219"/>
          <a:ext cx="2539205" cy="152352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Exploratory Data Analysis</a:t>
          </a:r>
        </a:p>
      </dsp:txBody>
      <dsp:txXfrm>
        <a:off x="8382577" y="194219"/>
        <a:ext cx="2539205" cy="1523523"/>
      </dsp:txXfrm>
    </dsp:sp>
    <dsp:sp modelId="{41E97B4A-EB90-4D9F-B7CF-33998708D4C4}">
      <dsp:nvSpPr>
        <dsp:cNvPr id="0" name=""/>
        <dsp:cNvSpPr/>
      </dsp:nvSpPr>
      <dsp:spPr>
        <a:xfrm>
          <a:off x="1399763" y="1971662"/>
          <a:ext cx="2539205" cy="152352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Modeling Approach &amp; Performance</a:t>
          </a:r>
        </a:p>
      </dsp:txBody>
      <dsp:txXfrm>
        <a:off x="1399763" y="1971662"/>
        <a:ext cx="2539205" cy="1523523"/>
      </dsp:txXfrm>
    </dsp:sp>
    <dsp:sp modelId="{C5758DF8-B2B8-4C01-9C61-D02EC2B4A530}">
      <dsp:nvSpPr>
        <dsp:cNvPr id="0" name=""/>
        <dsp:cNvSpPr/>
      </dsp:nvSpPr>
      <dsp:spPr>
        <a:xfrm>
          <a:off x="4192888" y="1971662"/>
          <a:ext cx="2539205" cy="152352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Key Insights &amp; Recommendations</a:t>
          </a:r>
        </a:p>
      </dsp:txBody>
      <dsp:txXfrm>
        <a:off x="4192888" y="1971662"/>
        <a:ext cx="2539205" cy="1523523"/>
      </dsp:txXfrm>
    </dsp:sp>
    <dsp:sp modelId="{0142190D-6BA5-46EF-B9B2-953CDEB4358D}">
      <dsp:nvSpPr>
        <dsp:cNvPr id="0" name=""/>
        <dsp:cNvSpPr/>
      </dsp:nvSpPr>
      <dsp:spPr>
        <a:xfrm>
          <a:off x="6986014" y="1971662"/>
          <a:ext cx="2539205" cy="152352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Limitations &amp; Future Work</a:t>
          </a:r>
        </a:p>
      </dsp:txBody>
      <dsp:txXfrm>
        <a:off x="6986014" y="1971662"/>
        <a:ext cx="2539205" cy="15235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3ED1C7-B725-47F2-BAC7-5C8F6F7D3544}">
      <dsp:nvSpPr>
        <dsp:cNvPr id="0" name=""/>
        <dsp:cNvSpPr/>
      </dsp:nvSpPr>
      <dsp:spPr>
        <a:xfrm>
          <a:off x="0" y="2700"/>
          <a:ext cx="62900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26A15-55B0-4FBA-ACBB-54230DCDC996}">
      <dsp:nvSpPr>
        <dsp:cNvPr id="0" name=""/>
        <dsp:cNvSpPr/>
      </dsp:nvSpPr>
      <dsp:spPr>
        <a:xfrm>
          <a:off x="0" y="2700"/>
          <a:ext cx="125801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Predict</a:t>
          </a:r>
        </a:p>
      </dsp:txBody>
      <dsp:txXfrm>
        <a:off x="0" y="2700"/>
        <a:ext cx="1258015" cy="1841777"/>
      </dsp:txXfrm>
    </dsp:sp>
    <dsp:sp modelId="{1F062CFD-AF38-48F8-ACFD-F7EF20E9E995}">
      <dsp:nvSpPr>
        <dsp:cNvPr id="0" name=""/>
        <dsp:cNvSpPr/>
      </dsp:nvSpPr>
      <dsp:spPr>
        <a:xfrm>
          <a:off x="1352366" y="86335"/>
          <a:ext cx="4937709" cy="1672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Predict annual potential revenue for Dallas Airbnb listings.</a:t>
          </a:r>
        </a:p>
      </dsp:txBody>
      <dsp:txXfrm>
        <a:off x="1352366" y="86335"/>
        <a:ext cx="4937709" cy="1672708"/>
      </dsp:txXfrm>
    </dsp:sp>
    <dsp:sp modelId="{32BAC9A1-9077-4F5A-B929-DF6BA1E5BCA7}">
      <dsp:nvSpPr>
        <dsp:cNvPr id="0" name=""/>
        <dsp:cNvSpPr/>
      </dsp:nvSpPr>
      <dsp:spPr>
        <a:xfrm>
          <a:off x="1258015" y="1759044"/>
          <a:ext cx="50320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30A0F4-4AE7-4EE6-B2D5-750C6233CA25}">
      <dsp:nvSpPr>
        <dsp:cNvPr id="0" name=""/>
        <dsp:cNvSpPr/>
      </dsp:nvSpPr>
      <dsp:spPr>
        <a:xfrm>
          <a:off x="0" y="1844478"/>
          <a:ext cx="6290076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97AF5-2632-4C5D-A2EA-23A0004A5B9C}">
      <dsp:nvSpPr>
        <dsp:cNvPr id="0" name=""/>
        <dsp:cNvSpPr/>
      </dsp:nvSpPr>
      <dsp:spPr>
        <a:xfrm>
          <a:off x="0" y="1844478"/>
          <a:ext cx="125801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Identify</a:t>
          </a:r>
        </a:p>
      </dsp:txBody>
      <dsp:txXfrm>
        <a:off x="0" y="1844478"/>
        <a:ext cx="1258015" cy="1841777"/>
      </dsp:txXfrm>
    </dsp:sp>
    <dsp:sp modelId="{AFD30AC1-31FC-4F25-B56B-6FA113738C25}">
      <dsp:nvSpPr>
        <dsp:cNvPr id="0" name=""/>
        <dsp:cNvSpPr/>
      </dsp:nvSpPr>
      <dsp:spPr>
        <a:xfrm>
          <a:off x="1352366" y="1928113"/>
          <a:ext cx="4937709" cy="1672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Identify key drivers affecting listing performance.</a:t>
          </a:r>
        </a:p>
      </dsp:txBody>
      <dsp:txXfrm>
        <a:off x="1352366" y="1928113"/>
        <a:ext cx="4937709" cy="1672708"/>
      </dsp:txXfrm>
    </dsp:sp>
    <dsp:sp modelId="{68EC342B-1CF8-4FF3-BC2C-F9027E65A424}">
      <dsp:nvSpPr>
        <dsp:cNvPr id="0" name=""/>
        <dsp:cNvSpPr/>
      </dsp:nvSpPr>
      <dsp:spPr>
        <a:xfrm>
          <a:off x="1258015" y="3600822"/>
          <a:ext cx="50320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B6799E-CBB8-42ED-B50B-BFAC1449A088}">
      <dsp:nvSpPr>
        <dsp:cNvPr id="0" name=""/>
        <dsp:cNvSpPr/>
      </dsp:nvSpPr>
      <dsp:spPr>
        <a:xfrm>
          <a:off x="0" y="3686256"/>
          <a:ext cx="6290076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190C3-EB6D-4940-A4BB-43D7FF4BF0AA}">
      <dsp:nvSpPr>
        <dsp:cNvPr id="0" name=""/>
        <dsp:cNvSpPr/>
      </dsp:nvSpPr>
      <dsp:spPr>
        <a:xfrm>
          <a:off x="0" y="3686256"/>
          <a:ext cx="125801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Support</a:t>
          </a:r>
        </a:p>
      </dsp:txBody>
      <dsp:txXfrm>
        <a:off x="0" y="3686256"/>
        <a:ext cx="1258015" cy="1841777"/>
      </dsp:txXfrm>
    </dsp:sp>
    <dsp:sp modelId="{B9BCB4A2-053D-4AD1-8054-412222E28B54}">
      <dsp:nvSpPr>
        <dsp:cNvPr id="0" name=""/>
        <dsp:cNvSpPr/>
      </dsp:nvSpPr>
      <dsp:spPr>
        <a:xfrm>
          <a:off x="1352366" y="3769891"/>
          <a:ext cx="4937709" cy="1672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Support investors and hosts with data-driven insights.</a:t>
          </a:r>
        </a:p>
      </dsp:txBody>
      <dsp:txXfrm>
        <a:off x="1352366" y="3769891"/>
        <a:ext cx="4937709" cy="1672708"/>
      </dsp:txXfrm>
    </dsp:sp>
    <dsp:sp modelId="{B182C41E-85BF-4F81-BC40-46C26A0F7532}">
      <dsp:nvSpPr>
        <dsp:cNvPr id="0" name=""/>
        <dsp:cNvSpPr/>
      </dsp:nvSpPr>
      <dsp:spPr>
        <a:xfrm>
          <a:off x="1258015" y="5442600"/>
          <a:ext cx="50320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73E62-B150-4404-B1D7-BA699AAB8FD4}">
      <dsp:nvSpPr>
        <dsp:cNvPr id="0" name=""/>
        <dsp:cNvSpPr/>
      </dsp:nvSpPr>
      <dsp:spPr>
        <a:xfrm>
          <a:off x="0" y="2700"/>
          <a:ext cx="62900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40A4B-D092-4800-9E3D-B0E8C3C34D7B}">
      <dsp:nvSpPr>
        <dsp:cNvPr id="0" name=""/>
        <dsp:cNvSpPr/>
      </dsp:nvSpPr>
      <dsp:spPr>
        <a:xfrm>
          <a:off x="0" y="2700"/>
          <a:ext cx="6290076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Source: Inside Airbnb – Dallas Dataset</a:t>
          </a:r>
        </a:p>
      </dsp:txBody>
      <dsp:txXfrm>
        <a:off x="0" y="2700"/>
        <a:ext cx="6290076" cy="1841777"/>
      </dsp:txXfrm>
    </dsp:sp>
    <dsp:sp modelId="{7E4301B8-F08F-4650-864A-4FA59D914DAD}">
      <dsp:nvSpPr>
        <dsp:cNvPr id="0" name=""/>
        <dsp:cNvSpPr/>
      </dsp:nvSpPr>
      <dsp:spPr>
        <a:xfrm>
          <a:off x="0" y="1844478"/>
          <a:ext cx="62900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2D269-8230-43D4-860A-F435E829EA87}">
      <dsp:nvSpPr>
        <dsp:cNvPr id="0" name=""/>
        <dsp:cNvSpPr/>
      </dsp:nvSpPr>
      <dsp:spPr>
        <a:xfrm>
          <a:off x="0" y="1844478"/>
          <a:ext cx="6290076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Includes price, availability, room type, location, reviews.</a:t>
          </a:r>
        </a:p>
      </dsp:txBody>
      <dsp:txXfrm>
        <a:off x="0" y="1844478"/>
        <a:ext cx="6290076" cy="1841777"/>
      </dsp:txXfrm>
    </dsp:sp>
    <dsp:sp modelId="{8B4FA03D-6A6B-4B3F-BE3A-EC996BE94056}">
      <dsp:nvSpPr>
        <dsp:cNvPr id="0" name=""/>
        <dsp:cNvSpPr/>
      </dsp:nvSpPr>
      <dsp:spPr>
        <a:xfrm>
          <a:off x="0" y="3686256"/>
          <a:ext cx="62900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36AAA5-D160-465E-9B68-E435FBDCD018}">
      <dsp:nvSpPr>
        <dsp:cNvPr id="0" name=""/>
        <dsp:cNvSpPr/>
      </dsp:nvSpPr>
      <dsp:spPr>
        <a:xfrm>
          <a:off x="0" y="3686256"/>
          <a:ext cx="6290076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Engineered target: </a:t>
          </a:r>
          <a:r>
            <a:rPr lang="en-US" sz="3100" kern="1200" dirty="0" err="1"/>
            <a:t>potential_revenue</a:t>
          </a:r>
          <a:r>
            <a:rPr lang="en-US" sz="3100" kern="1200" dirty="0"/>
            <a:t> = </a:t>
          </a:r>
          <a:r>
            <a:rPr lang="en-US" sz="3100" kern="1200" dirty="0" err="1"/>
            <a:t>price_weighted_roomtype</a:t>
          </a:r>
          <a:r>
            <a:rPr lang="en-US" sz="3100" kern="1200" dirty="0"/>
            <a:t> × (365 - availability_365)</a:t>
          </a:r>
        </a:p>
      </dsp:txBody>
      <dsp:txXfrm>
        <a:off x="0" y="3686256"/>
        <a:ext cx="6290076" cy="18417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67819-DBAF-4906-8BE3-FD43ACC919DF}">
      <dsp:nvSpPr>
        <dsp:cNvPr id="0" name=""/>
        <dsp:cNvSpPr/>
      </dsp:nvSpPr>
      <dsp:spPr>
        <a:xfrm>
          <a:off x="0" y="0"/>
          <a:ext cx="62900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9EE629-5E82-4435-9CAC-B9C3E6923FA0}">
      <dsp:nvSpPr>
        <dsp:cNvPr id="0" name=""/>
        <dsp:cNvSpPr/>
      </dsp:nvSpPr>
      <dsp:spPr>
        <a:xfrm>
          <a:off x="0" y="0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Handled missing values (median + 'Unknown').</a:t>
          </a:r>
        </a:p>
      </dsp:txBody>
      <dsp:txXfrm>
        <a:off x="0" y="0"/>
        <a:ext cx="6290076" cy="1382683"/>
      </dsp:txXfrm>
    </dsp:sp>
    <dsp:sp modelId="{03FC26A3-D6AC-43E1-A31B-611F6408FCF9}">
      <dsp:nvSpPr>
        <dsp:cNvPr id="0" name=""/>
        <dsp:cNvSpPr/>
      </dsp:nvSpPr>
      <dsp:spPr>
        <a:xfrm>
          <a:off x="0" y="1382683"/>
          <a:ext cx="6290076" cy="0"/>
        </a:xfrm>
        <a:prstGeom prst="line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30573F-3206-4B6B-91B2-B933E2997141}">
      <dsp:nvSpPr>
        <dsp:cNvPr id="0" name=""/>
        <dsp:cNvSpPr/>
      </dsp:nvSpPr>
      <dsp:spPr>
        <a:xfrm>
          <a:off x="0" y="1382683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Removed unrealistic outliers (e.g., price &gt; $1000/night).</a:t>
          </a:r>
        </a:p>
      </dsp:txBody>
      <dsp:txXfrm>
        <a:off x="0" y="1382683"/>
        <a:ext cx="6290076" cy="1382683"/>
      </dsp:txXfrm>
    </dsp:sp>
    <dsp:sp modelId="{B5C5F0FE-6D52-41E5-BA61-77EA96C0EA47}">
      <dsp:nvSpPr>
        <dsp:cNvPr id="0" name=""/>
        <dsp:cNvSpPr/>
      </dsp:nvSpPr>
      <dsp:spPr>
        <a:xfrm>
          <a:off x="0" y="2765367"/>
          <a:ext cx="6290076" cy="0"/>
        </a:xfrm>
        <a:prstGeom prst="line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26CD7-C986-43AA-B152-94799FF29E22}">
      <dsp:nvSpPr>
        <dsp:cNvPr id="0" name=""/>
        <dsp:cNvSpPr/>
      </dsp:nvSpPr>
      <dsp:spPr>
        <a:xfrm>
          <a:off x="0" y="2765367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Filtered invalid minimum_nights and availability ranges.</a:t>
          </a:r>
        </a:p>
      </dsp:txBody>
      <dsp:txXfrm>
        <a:off x="0" y="2765367"/>
        <a:ext cx="6290076" cy="1382683"/>
      </dsp:txXfrm>
    </dsp:sp>
    <dsp:sp modelId="{24C66E39-443F-42A0-9A25-B319681819B7}">
      <dsp:nvSpPr>
        <dsp:cNvPr id="0" name=""/>
        <dsp:cNvSpPr/>
      </dsp:nvSpPr>
      <dsp:spPr>
        <a:xfrm>
          <a:off x="0" y="4148051"/>
          <a:ext cx="6290076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9EA32-E89B-44AC-B14D-CA66E57E3368}">
      <dsp:nvSpPr>
        <dsp:cNvPr id="0" name=""/>
        <dsp:cNvSpPr/>
      </dsp:nvSpPr>
      <dsp:spPr>
        <a:xfrm>
          <a:off x="0" y="4148051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Encoded categorical features and scaled numerics.</a:t>
          </a:r>
        </a:p>
      </dsp:txBody>
      <dsp:txXfrm>
        <a:off x="0" y="4148051"/>
        <a:ext cx="6290076" cy="13826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E38B8-EF82-4561-8A99-E7D55F72117B}">
      <dsp:nvSpPr>
        <dsp:cNvPr id="0" name=""/>
        <dsp:cNvSpPr/>
      </dsp:nvSpPr>
      <dsp:spPr>
        <a:xfrm>
          <a:off x="0" y="0"/>
          <a:ext cx="629007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79DBB-B975-4B73-B05C-4B7AEB76C6DF}">
      <dsp:nvSpPr>
        <dsp:cNvPr id="0" name=""/>
        <dsp:cNvSpPr/>
      </dsp:nvSpPr>
      <dsp:spPr>
        <a:xfrm>
          <a:off x="0" y="0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Derived target revenue proxy.</a:t>
          </a:r>
        </a:p>
      </dsp:txBody>
      <dsp:txXfrm>
        <a:off x="0" y="0"/>
        <a:ext cx="6290076" cy="1382683"/>
      </dsp:txXfrm>
    </dsp:sp>
    <dsp:sp modelId="{0DD1F9AA-01C7-4246-9D9D-B69509B0E785}">
      <dsp:nvSpPr>
        <dsp:cNvPr id="0" name=""/>
        <dsp:cNvSpPr/>
      </dsp:nvSpPr>
      <dsp:spPr>
        <a:xfrm>
          <a:off x="0" y="1382683"/>
          <a:ext cx="629007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377003-B4E4-4361-B271-1560C16E3E4F}">
      <dsp:nvSpPr>
        <dsp:cNvPr id="0" name=""/>
        <dsp:cNvSpPr/>
      </dsp:nvSpPr>
      <dsp:spPr>
        <a:xfrm>
          <a:off x="0" y="1382683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Created </a:t>
          </a:r>
          <a:r>
            <a:rPr lang="en-US" sz="3800" kern="1200" dirty="0" err="1"/>
            <a:t>room_type_numeric</a:t>
          </a:r>
          <a:r>
            <a:rPr lang="en-US" sz="3800" kern="1200" dirty="0"/>
            <a:t> + </a:t>
          </a:r>
          <a:r>
            <a:rPr lang="en-US" sz="3800" kern="1200" dirty="0" err="1"/>
            <a:t>is_entire_home</a:t>
          </a:r>
          <a:r>
            <a:rPr lang="en-US" sz="3800" kern="1200" dirty="0"/>
            <a:t>.</a:t>
          </a:r>
        </a:p>
      </dsp:txBody>
      <dsp:txXfrm>
        <a:off x="0" y="1382683"/>
        <a:ext cx="6290076" cy="1382683"/>
      </dsp:txXfrm>
    </dsp:sp>
    <dsp:sp modelId="{E77A93C5-1D6E-475D-B05E-822D2D129DCF}">
      <dsp:nvSpPr>
        <dsp:cNvPr id="0" name=""/>
        <dsp:cNvSpPr/>
      </dsp:nvSpPr>
      <dsp:spPr>
        <a:xfrm>
          <a:off x="0" y="2765367"/>
          <a:ext cx="629007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1B36E-0440-4D5E-8446-195279436F76}">
      <dsp:nvSpPr>
        <dsp:cNvPr id="0" name=""/>
        <dsp:cNvSpPr/>
      </dsp:nvSpPr>
      <dsp:spPr>
        <a:xfrm>
          <a:off x="0" y="2765367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 err="1"/>
            <a:t>Neighbourhood</a:t>
          </a:r>
          <a:r>
            <a:rPr lang="en-US" sz="3800" kern="1200" dirty="0"/>
            <a:t> encoding.</a:t>
          </a:r>
        </a:p>
      </dsp:txBody>
      <dsp:txXfrm>
        <a:off x="0" y="2765367"/>
        <a:ext cx="6290076" cy="1382683"/>
      </dsp:txXfrm>
    </dsp:sp>
    <dsp:sp modelId="{031406BE-4994-41F2-AEFB-B75441DF55ED}">
      <dsp:nvSpPr>
        <dsp:cNvPr id="0" name=""/>
        <dsp:cNvSpPr/>
      </dsp:nvSpPr>
      <dsp:spPr>
        <a:xfrm>
          <a:off x="0" y="4148051"/>
          <a:ext cx="629007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12DF4-0025-4A50-AE83-884DB3E67418}">
      <dsp:nvSpPr>
        <dsp:cNvPr id="0" name=""/>
        <dsp:cNvSpPr/>
      </dsp:nvSpPr>
      <dsp:spPr>
        <a:xfrm>
          <a:off x="0" y="4148051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Distance-to-center feature (geo-based signal).</a:t>
          </a:r>
        </a:p>
      </dsp:txBody>
      <dsp:txXfrm>
        <a:off x="0" y="4148051"/>
        <a:ext cx="6290076" cy="13826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47F5F-2582-4988-BFCC-70B6E72D741D}">
      <dsp:nvSpPr>
        <dsp:cNvPr id="0" name=""/>
        <dsp:cNvSpPr/>
      </dsp:nvSpPr>
      <dsp:spPr>
        <a:xfrm>
          <a:off x="0" y="0"/>
          <a:ext cx="62900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C1F696-DD2C-4496-A05C-CFE7F74A0631}">
      <dsp:nvSpPr>
        <dsp:cNvPr id="0" name=""/>
        <dsp:cNvSpPr/>
      </dsp:nvSpPr>
      <dsp:spPr>
        <a:xfrm>
          <a:off x="0" y="0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Districts 6, 14, 9 generate the highest revenue.</a:t>
          </a:r>
        </a:p>
      </dsp:txBody>
      <dsp:txXfrm>
        <a:off x="0" y="0"/>
        <a:ext cx="6290076" cy="1382683"/>
      </dsp:txXfrm>
    </dsp:sp>
    <dsp:sp modelId="{56855C23-16E4-4FF3-A4BF-96CC5382E5EB}">
      <dsp:nvSpPr>
        <dsp:cNvPr id="0" name=""/>
        <dsp:cNvSpPr/>
      </dsp:nvSpPr>
      <dsp:spPr>
        <a:xfrm>
          <a:off x="0" y="1382683"/>
          <a:ext cx="6290076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F4F93-12F0-4ED5-9A1C-8E939A819E77}">
      <dsp:nvSpPr>
        <dsp:cNvPr id="0" name=""/>
        <dsp:cNvSpPr/>
      </dsp:nvSpPr>
      <dsp:spPr>
        <a:xfrm>
          <a:off x="0" y="1382683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Entire homes outperform private/shared rooms.</a:t>
          </a:r>
        </a:p>
      </dsp:txBody>
      <dsp:txXfrm>
        <a:off x="0" y="1382683"/>
        <a:ext cx="6290076" cy="1382683"/>
      </dsp:txXfrm>
    </dsp:sp>
    <dsp:sp modelId="{7F1A8EA0-1544-43AE-83FC-DBF32641309B}">
      <dsp:nvSpPr>
        <dsp:cNvPr id="0" name=""/>
        <dsp:cNvSpPr/>
      </dsp:nvSpPr>
      <dsp:spPr>
        <a:xfrm>
          <a:off x="0" y="2765367"/>
          <a:ext cx="6290076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A69C6D-6545-4543-8A14-3FC9F56A9551}">
      <dsp:nvSpPr>
        <dsp:cNvPr id="0" name=""/>
        <dsp:cNvSpPr/>
      </dsp:nvSpPr>
      <dsp:spPr>
        <a:xfrm>
          <a:off x="0" y="2765367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Strong geographic clustering of high-revenue listings.</a:t>
          </a:r>
        </a:p>
      </dsp:txBody>
      <dsp:txXfrm>
        <a:off x="0" y="2765367"/>
        <a:ext cx="6290076" cy="1382683"/>
      </dsp:txXfrm>
    </dsp:sp>
    <dsp:sp modelId="{16EA913E-B4DE-472A-A03C-D30B6567A9E9}">
      <dsp:nvSpPr>
        <dsp:cNvPr id="0" name=""/>
        <dsp:cNvSpPr/>
      </dsp:nvSpPr>
      <dsp:spPr>
        <a:xfrm>
          <a:off x="0" y="4148051"/>
          <a:ext cx="6290076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7B327-7475-44A3-A3A6-680E618BAB69}">
      <dsp:nvSpPr>
        <dsp:cNvPr id="0" name=""/>
        <dsp:cNvSpPr/>
      </dsp:nvSpPr>
      <dsp:spPr>
        <a:xfrm>
          <a:off x="0" y="4148051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Availability correlates with revenue but excluded from modeling to avoid leakage.</a:t>
          </a:r>
        </a:p>
      </dsp:txBody>
      <dsp:txXfrm>
        <a:off x="0" y="4148051"/>
        <a:ext cx="6290076" cy="138268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05EAAF-C560-48DE-8E0C-5A1DC78BB8A8}">
      <dsp:nvSpPr>
        <dsp:cNvPr id="0" name=""/>
        <dsp:cNvSpPr/>
      </dsp:nvSpPr>
      <dsp:spPr>
        <a:xfrm>
          <a:off x="0" y="0"/>
          <a:ext cx="62900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03300-371A-4464-A7FB-C74EC04500FB}">
      <dsp:nvSpPr>
        <dsp:cNvPr id="0" name=""/>
        <dsp:cNvSpPr/>
      </dsp:nvSpPr>
      <dsp:spPr>
        <a:xfrm>
          <a:off x="0" y="0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Tried Ridge Regression, Random Forest, and XGBoost.</a:t>
          </a:r>
        </a:p>
      </dsp:txBody>
      <dsp:txXfrm>
        <a:off x="0" y="0"/>
        <a:ext cx="6290076" cy="1382683"/>
      </dsp:txXfrm>
    </dsp:sp>
    <dsp:sp modelId="{A987F371-2218-4073-BD15-C691178C0FA2}">
      <dsp:nvSpPr>
        <dsp:cNvPr id="0" name=""/>
        <dsp:cNvSpPr/>
      </dsp:nvSpPr>
      <dsp:spPr>
        <a:xfrm>
          <a:off x="0" y="1382683"/>
          <a:ext cx="62900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EBDC6-D332-4915-BB4D-AED9451F036B}">
      <dsp:nvSpPr>
        <dsp:cNvPr id="0" name=""/>
        <dsp:cNvSpPr/>
      </dsp:nvSpPr>
      <dsp:spPr>
        <a:xfrm>
          <a:off x="0" y="1382683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Used ColumnTransformer pipeline for preprocessing.</a:t>
          </a:r>
        </a:p>
      </dsp:txBody>
      <dsp:txXfrm>
        <a:off x="0" y="1382683"/>
        <a:ext cx="6290076" cy="1382683"/>
      </dsp:txXfrm>
    </dsp:sp>
    <dsp:sp modelId="{4A921BEB-6119-40B8-A5CD-62FB0035D9E3}">
      <dsp:nvSpPr>
        <dsp:cNvPr id="0" name=""/>
        <dsp:cNvSpPr/>
      </dsp:nvSpPr>
      <dsp:spPr>
        <a:xfrm>
          <a:off x="0" y="2765367"/>
          <a:ext cx="62900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647A5-CC15-434F-9EDE-32849AFD2CF0}">
      <dsp:nvSpPr>
        <dsp:cNvPr id="0" name=""/>
        <dsp:cNvSpPr/>
      </dsp:nvSpPr>
      <dsp:spPr>
        <a:xfrm>
          <a:off x="0" y="2765367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Train/Test split used for fair evaluation. (80-20)</a:t>
          </a:r>
        </a:p>
      </dsp:txBody>
      <dsp:txXfrm>
        <a:off x="0" y="2765367"/>
        <a:ext cx="6290076" cy="1382683"/>
      </dsp:txXfrm>
    </dsp:sp>
    <dsp:sp modelId="{AF8E1081-7AFF-4043-AA3B-1EFEBEEBA407}">
      <dsp:nvSpPr>
        <dsp:cNvPr id="0" name=""/>
        <dsp:cNvSpPr/>
      </dsp:nvSpPr>
      <dsp:spPr>
        <a:xfrm>
          <a:off x="0" y="4148051"/>
          <a:ext cx="62900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BB0EF-2133-4F70-8180-6526018DD110}">
      <dsp:nvSpPr>
        <dsp:cNvPr id="0" name=""/>
        <dsp:cNvSpPr/>
      </dsp:nvSpPr>
      <dsp:spPr>
        <a:xfrm>
          <a:off x="0" y="4148051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Goal: maximize predictive accuracy while avoiding overfitting.</a:t>
          </a:r>
        </a:p>
      </dsp:txBody>
      <dsp:txXfrm>
        <a:off x="0" y="4148051"/>
        <a:ext cx="6290076" cy="138268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51045-180A-4C72-BBEF-E07019771A44}">
      <dsp:nvSpPr>
        <dsp:cNvPr id="0" name=""/>
        <dsp:cNvSpPr/>
      </dsp:nvSpPr>
      <dsp:spPr>
        <a:xfrm>
          <a:off x="0" y="0"/>
          <a:ext cx="62900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6F6669-D956-4828-B043-4735B994230F}">
      <dsp:nvSpPr>
        <dsp:cNvPr id="0" name=""/>
        <dsp:cNvSpPr/>
      </dsp:nvSpPr>
      <dsp:spPr>
        <a:xfrm>
          <a:off x="0" y="0"/>
          <a:ext cx="125801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Invest in</a:t>
          </a:r>
        </a:p>
      </dsp:txBody>
      <dsp:txXfrm>
        <a:off x="0" y="0"/>
        <a:ext cx="1258015" cy="1382683"/>
      </dsp:txXfrm>
    </dsp:sp>
    <dsp:sp modelId="{94D05176-433F-40BB-BC3C-A6EEECA91639}">
      <dsp:nvSpPr>
        <dsp:cNvPr id="0" name=""/>
        <dsp:cNvSpPr/>
      </dsp:nvSpPr>
      <dsp:spPr>
        <a:xfrm>
          <a:off x="1352366" y="62787"/>
          <a:ext cx="4937709" cy="1255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Invest in high-revenue districts (6, 14, 9).</a:t>
          </a:r>
        </a:p>
      </dsp:txBody>
      <dsp:txXfrm>
        <a:off x="1352366" y="62787"/>
        <a:ext cx="4937709" cy="1255757"/>
      </dsp:txXfrm>
    </dsp:sp>
    <dsp:sp modelId="{3242B745-C5C1-4A75-AD5F-95B9DF1E280C}">
      <dsp:nvSpPr>
        <dsp:cNvPr id="0" name=""/>
        <dsp:cNvSpPr/>
      </dsp:nvSpPr>
      <dsp:spPr>
        <a:xfrm>
          <a:off x="1258015" y="1318545"/>
          <a:ext cx="50320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E01FF4-0A2C-41E1-B792-ABD54981EB60}">
      <dsp:nvSpPr>
        <dsp:cNvPr id="0" name=""/>
        <dsp:cNvSpPr/>
      </dsp:nvSpPr>
      <dsp:spPr>
        <a:xfrm>
          <a:off x="0" y="1382683"/>
          <a:ext cx="6290076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DB9420-4615-416E-A713-2EA86EA236A3}">
      <dsp:nvSpPr>
        <dsp:cNvPr id="0" name=""/>
        <dsp:cNvSpPr/>
      </dsp:nvSpPr>
      <dsp:spPr>
        <a:xfrm>
          <a:off x="0" y="1382683"/>
          <a:ext cx="125801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Prioritize</a:t>
          </a:r>
        </a:p>
      </dsp:txBody>
      <dsp:txXfrm>
        <a:off x="0" y="1382683"/>
        <a:ext cx="1258015" cy="1382683"/>
      </dsp:txXfrm>
    </dsp:sp>
    <dsp:sp modelId="{BC17FA9A-5F38-42F6-967F-005B2DF83ECE}">
      <dsp:nvSpPr>
        <dsp:cNvPr id="0" name=""/>
        <dsp:cNvSpPr/>
      </dsp:nvSpPr>
      <dsp:spPr>
        <a:xfrm>
          <a:off x="1352366" y="1445471"/>
          <a:ext cx="4937709" cy="1255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Prioritize entire-home listings.</a:t>
          </a:r>
        </a:p>
      </dsp:txBody>
      <dsp:txXfrm>
        <a:off x="1352366" y="1445471"/>
        <a:ext cx="4937709" cy="1255757"/>
      </dsp:txXfrm>
    </dsp:sp>
    <dsp:sp modelId="{B71454DB-A26D-4942-9A8D-CB0AEFF0D947}">
      <dsp:nvSpPr>
        <dsp:cNvPr id="0" name=""/>
        <dsp:cNvSpPr/>
      </dsp:nvSpPr>
      <dsp:spPr>
        <a:xfrm>
          <a:off x="1258015" y="2701229"/>
          <a:ext cx="50320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A2AE17-97DD-4DC8-BFCA-F03F2AFE0C5D}">
      <dsp:nvSpPr>
        <dsp:cNvPr id="0" name=""/>
        <dsp:cNvSpPr/>
      </dsp:nvSpPr>
      <dsp:spPr>
        <a:xfrm>
          <a:off x="0" y="2765367"/>
          <a:ext cx="6290076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131E2-C48E-455D-AB8C-A73423E8A61A}">
      <dsp:nvSpPr>
        <dsp:cNvPr id="0" name=""/>
        <dsp:cNvSpPr/>
      </dsp:nvSpPr>
      <dsp:spPr>
        <a:xfrm>
          <a:off x="0" y="2765367"/>
          <a:ext cx="125801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Optimize</a:t>
          </a:r>
        </a:p>
      </dsp:txBody>
      <dsp:txXfrm>
        <a:off x="0" y="2765367"/>
        <a:ext cx="1258015" cy="1382683"/>
      </dsp:txXfrm>
    </dsp:sp>
    <dsp:sp modelId="{EC84FF28-ED33-4BCC-9F84-38DF0077C37C}">
      <dsp:nvSpPr>
        <dsp:cNvPr id="0" name=""/>
        <dsp:cNvSpPr/>
      </dsp:nvSpPr>
      <dsp:spPr>
        <a:xfrm>
          <a:off x="1352366" y="2828155"/>
          <a:ext cx="4937709" cy="1255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Optimize occupancy instead of raising nightly price.</a:t>
          </a:r>
        </a:p>
      </dsp:txBody>
      <dsp:txXfrm>
        <a:off x="1352366" y="2828155"/>
        <a:ext cx="4937709" cy="1255757"/>
      </dsp:txXfrm>
    </dsp:sp>
    <dsp:sp modelId="{4CD49B7C-9C3F-4B58-BBFA-1FC226304770}">
      <dsp:nvSpPr>
        <dsp:cNvPr id="0" name=""/>
        <dsp:cNvSpPr/>
      </dsp:nvSpPr>
      <dsp:spPr>
        <a:xfrm>
          <a:off x="1258015" y="4083913"/>
          <a:ext cx="50320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3A1C65-FBEF-496F-88C7-9720F6C2890F}">
      <dsp:nvSpPr>
        <dsp:cNvPr id="0" name=""/>
        <dsp:cNvSpPr/>
      </dsp:nvSpPr>
      <dsp:spPr>
        <a:xfrm>
          <a:off x="0" y="4148051"/>
          <a:ext cx="6290076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D0737-8943-41EB-91AD-1D5607422961}">
      <dsp:nvSpPr>
        <dsp:cNvPr id="0" name=""/>
        <dsp:cNvSpPr/>
      </dsp:nvSpPr>
      <dsp:spPr>
        <a:xfrm>
          <a:off x="0" y="4148051"/>
          <a:ext cx="125801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</a:t>
          </a:r>
        </a:p>
      </dsp:txBody>
      <dsp:txXfrm>
        <a:off x="0" y="4148051"/>
        <a:ext cx="1258015" cy="1382683"/>
      </dsp:txXfrm>
    </dsp:sp>
    <dsp:sp modelId="{56FF32B0-C25D-4530-993E-01FC5F0E7CA6}">
      <dsp:nvSpPr>
        <dsp:cNvPr id="0" name=""/>
        <dsp:cNvSpPr/>
      </dsp:nvSpPr>
      <dsp:spPr>
        <a:xfrm>
          <a:off x="1352366" y="4210839"/>
          <a:ext cx="4937709" cy="1255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Use demand predictions to set competitive pricing.</a:t>
          </a:r>
        </a:p>
      </dsp:txBody>
      <dsp:txXfrm>
        <a:off x="1352366" y="4210839"/>
        <a:ext cx="4937709" cy="1255757"/>
      </dsp:txXfrm>
    </dsp:sp>
    <dsp:sp modelId="{DD0C2DD6-4D2C-4C56-B358-6CD66B379391}">
      <dsp:nvSpPr>
        <dsp:cNvPr id="0" name=""/>
        <dsp:cNvSpPr/>
      </dsp:nvSpPr>
      <dsp:spPr>
        <a:xfrm>
          <a:off x="1258015" y="5466596"/>
          <a:ext cx="50320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AC2D15-9FEC-4AF8-AF1C-CD50A8A187A1}">
      <dsp:nvSpPr>
        <dsp:cNvPr id="0" name=""/>
        <dsp:cNvSpPr/>
      </dsp:nvSpPr>
      <dsp:spPr>
        <a:xfrm>
          <a:off x="0" y="0"/>
          <a:ext cx="62900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6A6A08-C07B-4659-BFC5-BDFBE6FC9832}">
      <dsp:nvSpPr>
        <dsp:cNvPr id="0" name=""/>
        <dsp:cNvSpPr/>
      </dsp:nvSpPr>
      <dsp:spPr>
        <a:xfrm>
          <a:off x="0" y="0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Revenue proxy—not true earnings due to missing occupancy data.</a:t>
          </a:r>
        </a:p>
      </dsp:txBody>
      <dsp:txXfrm>
        <a:off x="0" y="0"/>
        <a:ext cx="6290076" cy="1382683"/>
      </dsp:txXfrm>
    </dsp:sp>
    <dsp:sp modelId="{10C6325C-42A8-488D-BF70-C6EC8FBA558B}">
      <dsp:nvSpPr>
        <dsp:cNvPr id="0" name=""/>
        <dsp:cNvSpPr/>
      </dsp:nvSpPr>
      <dsp:spPr>
        <a:xfrm>
          <a:off x="0" y="1382683"/>
          <a:ext cx="62900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5E753-9979-45BC-B7C7-4ACDECD18FA0}">
      <dsp:nvSpPr>
        <dsp:cNvPr id="0" name=""/>
        <dsp:cNvSpPr/>
      </dsp:nvSpPr>
      <dsp:spPr>
        <a:xfrm>
          <a:off x="0" y="1382683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No seasonality or dynamic pricing included.</a:t>
          </a:r>
        </a:p>
      </dsp:txBody>
      <dsp:txXfrm>
        <a:off x="0" y="1382683"/>
        <a:ext cx="6290076" cy="1382683"/>
      </dsp:txXfrm>
    </dsp:sp>
    <dsp:sp modelId="{8FDE6A6D-1E03-4A4A-AA5E-AD80D61BF60F}">
      <dsp:nvSpPr>
        <dsp:cNvPr id="0" name=""/>
        <dsp:cNvSpPr/>
      </dsp:nvSpPr>
      <dsp:spPr>
        <a:xfrm>
          <a:off x="0" y="2765367"/>
          <a:ext cx="62900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804DF-102E-4628-8DC1-54D7F58112A4}">
      <dsp:nvSpPr>
        <dsp:cNvPr id="0" name=""/>
        <dsp:cNvSpPr/>
      </dsp:nvSpPr>
      <dsp:spPr>
        <a:xfrm>
          <a:off x="0" y="2765367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Reviews text not analyzed for sentiment.</a:t>
          </a:r>
        </a:p>
      </dsp:txBody>
      <dsp:txXfrm>
        <a:off x="0" y="2765367"/>
        <a:ext cx="6290076" cy="1382683"/>
      </dsp:txXfrm>
    </dsp:sp>
    <dsp:sp modelId="{24A78A8F-083A-422E-AF1F-888DE36901DC}">
      <dsp:nvSpPr>
        <dsp:cNvPr id="0" name=""/>
        <dsp:cNvSpPr/>
      </dsp:nvSpPr>
      <dsp:spPr>
        <a:xfrm>
          <a:off x="0" y="4148051"/>
          <a:ext cx="62900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C7AEE-5A14-4BE8-A056-42EA51CB832F}">
      <dsp:nvSpPr>
        <dsp:cNvPr id="0" name=""/>
        <dsp:cNvSpPr/>
      </dsp:nvSpPr>
      <dsp:spPr>
        <a:xfrm>
          <a:off x="0" y="4148051"/>
          <a:ext cx="6290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No cleaning/extra fees or discount structure included.</a:t>
          </a:r>
        </a:p>
      </dsp:txBody>
      <dsp:txXfrm>
        <a:off x="0" y="4148051"/>
        <a:ext cx="6290076" cy="138268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434D78-84F6-46AD-9023-DC72A7D1CA15}">
      <dsp:nvSpPr>
        <dsp:cNvPr id="0" name=""/>
        <dsp:cNvSpPr/>
      </dsp:nvSpPr>
      <dsp:spPr>
        <a:xfrm>
          <a:off x="0" y="0"/>
          <a:ext cx="62900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583BB-CD75-4504-B260-E05D84F8706C}">
      <dsp:nvSpPr>
        <dsp:cNvPr id="0" name=""/>
        <dsp:cNvSpPr/>
      </dsp:nvSpPr>
      <dsp:spPr>
        <a:xfrm>
          <a:off x="0" y="0"/>
          <a:ext cx="125801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Add</a:t>
          </a:r>
        </a:p>
      </dsp:txBody>
      <dsp:txXfrm>
        <a:off x="0" y="0"/>
        <a:ext cx="1258015" cy="1382683"/>
      </dsp:txXfrm>
    </dsp:sp>
    <dsp:sp modelId="{5CE68A43-C614-4E9B-A393-07335A61FEC3}">
      <dsp:nvSpPr>
        <dsp:cNvPr id="0" name=""/>
        <dsp:cNvSpPr/>
      </dsp:nvSpPr>
      <dsp:spPr>
        <a:xfrm>
          <a:off x="1352366" y="62787"/>
          <a:ext cx="4937709" cy="1255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Add seasonality and time-series forecasting.</a:t>
          </a:r>
        </a:p>
      </dsp:txBody>
      <dsp:txXfrm>
        <a:off x="1352366" y="62787"/>
        <a:ext cx="4937709" cy="1255757"/>
      </dsp:txXfrm>
    </dsp:sp>
    <dsp:sp modelId="{A407F33A-1E48-4635-9301-9E9B1DA9BA75}">
      <dsp:nvSpPr>
        <dsp:cNvPr id="0" name=""/>
        <dsp:cNvSpPr/>
      </dsp:nvSpPr>
      <dsp:spPr>
        <a:xfrm>
          <a:off x="1258015" y="1318545"/>
          <a:ext cx="50320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DF565-6F0A-421D-B8C4-EA81CF58AFAC}">
      <dsp:nvSpPr>
        <dsp:cNvPr id="0" name=""/>
        <dsp:cNvSpPr/>
      </dsp:nvSpPr>
      <dsp:spPr>
        <a:xfrm>
          <a:off x="0" y="1382683"/>
          <a:ext cx="6290076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E3445-F541-492B-AEE6-E35DE51DEA7D}">
      <dsp:nvSpPr>
        <dsp:cNvPr id="0" name=""/>
        <dsp:cNvSpPr/>
      </dsp:nvSpPr>
      <dsp:spPr>
        <a:xfrm>
          <a:off x="0" y="1382683"/>
          <a:ext cx="125801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Apply</a:t>
          </a:r>
        </a:p>
      </dsp:txBody>
      <dsp:txXfrm>
        <a:off x="0" y="1382683"/>
        <a:ext cx="1258015" cy="1382683"/>
      </dsp:txXfrm>
    </dsp:sp>
    <dsp:sp modelId="{BE4DE1E1-378D-42CB-B76E-AE5A0799E463}">
      <dsp:nvSpPr>
        <dsp:cNvPr id="0" name=""/>
        <dsp:cNvSpPr/>
      </dsp:nvSpPr>
      <dsp:spPr>
        <a:xfrm>
          <a:off x="1352366" y="1445471"/>
          <a:ext cx="4937709" cy="1255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Apply NLP to review text for quality scoring.</a:t>
          </a:r>
        </a:p>
      </dsp:txBody>
      <dsp:txXfrm>
        <a:off x="1352366" y="1445471"/>
        <a:ext cx="4937709" cy="1255757"/>
      </dsp:txXfrm>
    </dsp:sp>
    <dsp:sp modelId="{3DCDC56E-A8DD-453F-844C-4646B962B57B}">
      <dsp:nvSpPr>
        <dsp:cNvPr id="0" name=""/>
        <dsp:cNvSpPr/>
      </dsp:nvSpPr>
      <dsp:spPr>
        <a:xfrm>
          <a:off x="1258015" y="2701229"/>
          <a:ext cx="50320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9AF788-36C1-4007-80B1-E117DCCBEB83}">
      <dsp:nvSpPr>
        <dsp:cNvPr id="0" name=""/>
        <dsp:cNvSpPr/>
      </dsp:nvSpPr>
      <dsp:spPr>
        <a:xfrm>
          <a:off x="0" y="2765367"/>
          <a:ext cx="6290076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0311E-347A-4C87-A281-59D4C9D14023}">
      <dsp:nvSpPr>
        <dsp:cNvPr id="0" name=""/>
        <dsp:cNvSpPr/>
      </dsp:nvSpPr>
      <dsp:spPr>
        <a:xfrm>
          <a:off x="0" y="2765367"/>
          <a:ext cx="125801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Integrate</a:t>
          </a:r>
        </a:p>
      </dsp:txBody>
      <dsp:txXfrm>
        <a:off x="0" y="2765367"/>
        <a:ext cx="1258015" cy="1382683"/>
      </dsp:txXfrm>
    </dsp:sp>
    <dsp:sp modelId="{75CDC3FE-0A5C-45F5-9C0E-F70BAC629ABF}">
      <dsp:nvSpPr>
        <dsp:cNvPr id="0" name=""/>
        <dsp:cNvSpPr/>
      </dsp:nvSpPr>
      <dsp:spPr>
        <a:xfrm>
          <a:off x="1352366" y="2828155"/>
          <a:ext cx="4937709" cy="1255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Integrate ROI calculation for investors.</a:t>
          </a:r>
        </a:p>
      </dsp:txBody>
      <dsp:txXfrm>
        <a:off x="1352366" y="2828155"/>
        <a:ext cx="4937709" cy="1255757"/>
      </dsp:txXfrm>
    </dsp:sp>
    <dsp:sp modelId="{289857C0-EA77-40D4-B4DC-6A621904218B}">
      <dsp:nvSpPr>
        <dsp:cNvPr id="0" name=""/>
        <dsp:cNvSpPr/>
      </dsp:nvSpPr>
      <dsp:spPr>
        <a:xfrm>
          <a:off x="1258015" y="4083913"/>
          <a:ext cx="50320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021F2B-134F-4ACD-9562-027DF290EF3F}">
      <dsp:nvSpPr>
        <dsp:cNvPr id="0" name=""/>
        <dsp:cNvSpPr/>
      </dsp:nvSpPr>
      <dsp:spPr>
        <a:xfrm>
          <a:off x="0" y="4148051"/>
          <a:ext cx="6290076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894E6-8245-4BDE-88E7-4375564B0D0F}">
      <dsp:nvSpPr>
        <dsp:cNvPr id="0" name=""/>
        <dsp:cNvSpPr/>
      </dsp:nvSpPr>
      <dsp:spPr>
        <a:xfrm>
          <a:off x="0" y="4148051"/>
          <a:ext cx="125801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Deploy</a:t>
          </a:r>
        </a:p>
      </dsp:txBody>
      <dsp:txXfrm>
        <a:off x="0" y="4148051"/>
        <a:ext cx="1258015" cy="1382683"/>
      </dsp:txXfrm>
    </dsp:sp>
    <dsp:sp modelId="{B0CCD80B-E9CB-4C47-B1F0-B45E67D02282}">
      <dsp:nvSpPr>
        <dsp:cNvPr id="0" name=""/>
        <dsp:cNvSpPr/>
      </dsp:nvSpPr>
      <dsp:spPr>
        <a:xfrm>
          <a:off x="1352366" y="4210839"/>
          <a:ext cx="4937709" cy="1255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Deploy interactive Streamlit tool for property valuation.</a:t>
          </a:r>
        </a:p>
      </dsp:txBody>
      <dsp:txXfrm>
        <a:off x="1352366" y="4210839"/>
        <a:ext cx="4937709" cy="1255757"/>
      </dsp:txXfrm>
    </dsp:sp>
    <dsp:sp modelId="{74BDD459-4C6E-4FF3-A42E-CA07DC180D9C}">
      <dsp:nvSpPr>
        <dsp:cNvPr id="0" name=""/>
        <dsp:cNvSpPr/>
      </dsp:nvSpPr>
      <dsp:spPr>
        <a:xfrm>
          <a:off x="1258015" y="5466596"/>
          <a:ext cx="50320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3B9ADE-123F-4294-B0AE-7E1A41969236}">
      <dsp:nvSpPr>
        <dsp:cNvPr id="0" name=""/>
        <dsp:cNvSpPr/>
      </dsp:nvSpPr>
      <dsp:spPr>
        <a:xfrm>
          <a:off x="2249491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EB62B0-B21F-4493-A295-58139B9219A3}">
      <dsp:nvSpPr>
        <dsp:cNvPr id="0" name=""/>
        <dsp:cNvSpPr/>
      </dsp:nvSpPr>
      <dsp:spPr>
        <a:xfrm>
          <a:off x="2717491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52746F-3D73-4E8E-9BBE-DB5141A18EA4}">
      <dsp:nvSpPr>
        <dsp:cNvPr id="0" name=""/>
        <dsp:cNvSpPr/>
      </dsp:nvSpPr>
      <dsp:spPr>
        <a:xfrm>
          <a:off x="1547491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Questions?</a:t>
          </a:r>
        </a:p>
      </dsp:txBody>
      <dsp:txXfrm>
        <a:off x="1547491" y="3176402"/>
        <a:ext cx="3600000" cy="720000"/>
      </dsp:txXfrm>
    </dsp:sp>
    <dsp:sp modelId="{C4F6E837-4791-41E6-8A3B-22A942E8FDB6}">
      <dsp:nvSpPr>
        <dsp:cNvPr id="0" name=""/>
        <dsp:cNvSpPr/>
      </dsp:nvSpPr>
      <dsp:spPr>
        <a:xfrm>
          <a:off x="6479491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58F0E6-730A-439C-AB34-0699A55088A7}">
      <dsp:nvSpPr>
        <dsp:cNvPr id="0" name=""/>
        <dsp:cNvSpPr/>
      </dsp:nvSpPr>
      <dsp:spPr>
        <a:xfrm>
          <a:off x="6947491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992E1-39F8-4032-B57C-C7F5E5FF831F}">
      <dsp:nvSpPr>
        <dsp:cNvPr id="0" name=""/>
        <dsp:cNvSpPr/>
      </dsp:nvSpPr>
      <dsp:spPr>
        <a:xfrm>
          <a:off x="5777491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Project: Dallas Airbnb Revenue Prediction</a:t>
          </a:r>
        </a:p>
      </dsp:txBody>
      <dsp:txXfrm>
        <a:off x="5777491" y="317640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AFE39-F2A1-4B32-85A8-CF015C77B99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4C9D3-0F6D-434E-B00A-FA330E4BB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45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C4C9D3-0F6D-434E-B00A-FA330E4BBE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14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99458" y="1087403"/>
            <a:ext cx="8189367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92193" y="2744662"/>
            <a:ext cx="6587991" cy="2387600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Dallas Airbnb Revenue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92193" y="5224337"/>
            <a:ext cx="6587991" cy="1329443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Capstone Project – Mentor Presentation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135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0969" y="1"/>
            <a:ext cx="2279149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6036" y="1"/>
            <a:ext cx="1134770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8635" y="514898"/>
            <a:ext cx="2392728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142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8750" y="4203959"/>
            <a:ext cx="4083433" cy="4082370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0714" y="0"/>
            <a:ext cx="4096144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09058" y="-5008456"/>
            <a:ext cx="2170709" cy="12188825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203" y="348865"/>
            <a:ext cx="9715580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227769-1059-9A1D-497F-ED22197962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041741"/>
              </p:ext>
            </p:extLst>
          </p:nvPr>
        </p:nvGraphicFramePr>
        <p:xfrm>
          <a:off x="643888" y="2615979"/>
          <a:ext cx="10924983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1291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643467"/>
            <a:ext cx="2950437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12EDD6-B1FB-00D1-D1AC-0DF3FAB92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7688699"/>
              </p:ext>
            </p:extLst>
          </p:nvPr>
        </p:nvGraphicFramePr>
        <p:xfrm>
          <a:off x="5206283" y="643466"/>
          <a:ext cx="6290076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1291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643467"/>
            <a:ext cx="2950437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B06D22-91AF-E222-5773-FDD8290910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7500124"/>
              </p:ext>
            </p:extLst>
          </p:nvPr>
        </p:nvGraphicFramePr>
        <p:xfrm>
          <a:off x="5206283" y="643466"/>
          <a:ext cx="6290076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1291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643467"/>
            <a:ext cx="2950437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 Cleaning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0D7A1B-FE5A-CDEB-716F-C42DBD9FDE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3684227"/>
              </p:ext>
            </p:extLst>
          </p:nvPr>
        </p:nvGraphicFramePr>
        <p:xfrm>
          <a:off x="5206283" y="643466"/>
          <a:ext cx="6290076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1291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643467"/>
            <a:ext cx="2950437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Feature Engineering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EA9482-DD51-373C-B535-09DDD4EEB3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24507"/>
              </p:ext>
            </p:extLst>
          </p:nvPr>
        </p:nvGraphicFramePr>
        <p:xfrm>
          <a:off x="5206283" y="643466"/>
          <a:ext cx="6290076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8065" y="1418064"/>
            <a:ext cx="6875818" cy="403969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021" y="2660999"/>
            <a:ext cx="4355594" cy="403755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1467" y="1638551"/>
            <a:ext cx="6857572" cy="3580468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786" y="1201844"/>
            <a:ext cx="4808302" cy="40876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869" y="2767106"/>
            <a:ext cx="2880077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Neighbourhood Revenue</a:t>
            </a:r>
          </a:p>
        </p:txBody>
      </p:sp>
      <p:pic>
        <p:nvPicPr>
          <p:cNvPr id="3" name="Picture 2" descr="12c28889-cbab-4474-8423-7f92544877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721" y="1287007"/>
            <a:ext cx="7375408" cy="3853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8065" y="1418064"/>
            <a:ext cx="6875818" cy="403969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021" y="2660999"/>
            <a:ext cx="4355594" cy="403755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1467" y="1638551"/>
            <a:ext cx="6857572" cy="3580468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786" y="1201844"/>
            <a:ext cx="4808302" cy="40876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D1077-9D40-5D5F-A3B9-E5F34D1D2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69" y="2767106"/>
            <a:ext cx="2880077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Listings On Map</a:t>
            </a:r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chart of dots and numbers&#10;&#10;AI-generated content may be incorrect.">
            <a:extLst>
              <a:ext uri="{FF2B5EF4-FFF2-40B4-BE49-F238E27FC236}">
                <a16:creationId xmlns:a16="http://schemas.microsoft.com/office/drawing/2014/main" id="{32F2EDA7-7DDC-93F1-77B7-31607693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255" y="828408"/>
            <a:ext cx="7223866" cy="520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28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8065" y="1418064"/>
            <a:ext cx="6875818" cy="403969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021" y="2660999"/>
            <a:ext cx="4355594" cy="403755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1467" y="1638551"/>
            <a:ext cx="6857572" cy="3580468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786" y="1201844"/>
            <a:ext cx="4808302" cy="40876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869" y="2767106"/>
            <a:ext cx="2880077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Room Type vs Revenue</a:t>
            </a:r>
          </a:p>
        </p:txBody>
      </p:sp>
      <p:pic>
        <p:nvPicPr>
          <p:cNvPr id="3" name="Picture 2" descr="ff4f1ab8-5db2-4cb5-8897-7a264d3625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255" y="683931"/>
            <a:ext cx="7223866" cy="54901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00" y="586855"/>
            <a:ext cx="3200532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Correlation Heatmap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5ED2F-1BD2-485E-D7C9-A5A7DAD9709E}"/>
              </a:ext>
            </a:extLst>
          </p:cNvPr>
          <p:cNvSpPr txBox="1"/>
          <p:nvPr/>
        </p:nvSpPr>
        <p:spPr>
          <a:xfrm>
            <a:off x="4580533" y="649480"/>
            <a:ext cx="3024516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Revenue is strongly correlated with several key features: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Room type: Entire homes show a strong positive correlation with higher revenue, while private/shared rooms are less correlated.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Geographic location: Listings in certain neighborhoods (especially districts 6, 14, 9, and 13) are associated with higher revenue.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Availability: There is a notable correlation between availability and revenue, but availability was excluded from modeling to avoid data leakage.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Price: Nightly price has a moderate correlation with revenue, but optimizing occupancy (rather than just raising price) is more impactful.</a:t>
            </a:r>
          </a:p>
        </p:txBody>
      </p:sp>
      <p:pic>
        <p:nvPicPr>
          <p:cNvPr id="3" name="Picture 2" descr="1b64b408-b2f9-4f78-bf9c-0afacb9a4d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390" y="1817301"/>
            <a:ext cx="3614834" cy="32352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1291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643467"/>
            <a:ext cx="2950437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EDA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8A3A5E-73A1-A3FF-DC43-E817755346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3863065"/>
              </p:ext>
            </p:extLst>
          </p:nvPr>
        </p:nvGraphicFramePr>
        <p:xfrm>
          <a:off x="5206283" y="643466"/>
          <a:ext cx="6290076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1291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643467"/>
            <a:ext cx="2950437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Modeling Approach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0ADE9F-6B49-C66C-B860-4441609C9C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4359449"/>
              </p:ext>
            </p:extLst>
          </p:nvPr>
        </p:nvGraphicFramePr>
        <p:xfrm>
          <a:off x="5206283" y="643466"/>
          <a:ext cx="6290076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1291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643467"/>
            <a:ext cx="2950437" cy="5571066"/>
          </a:xfrm>
        </p:spPr>
        <p:txBody>
          <a:bodyPr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Model Performance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81DA47-80EF-C3BB-7E8B-9526553FD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72" y="1418545"/>
            <a:ext cx="7139244" cy="38392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1291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643467"/>
            <a:ext cx="2950437" cy="5571066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67361A-DA0E-EEE8-B2A5-9AC201B7BF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1521190"/>
              </p:ext>
            </p:extLst>
          </p:nvPr>
        </p:nvGraphicFramePr>
        <p:xfrm>
          <a:off x="5206283" y="643466"/>
          <a:ext cx="6290076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1291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643467"/>
            <a:ext cx="2950437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188C8D-1799-9509-79B2-F0E2D93EDB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1607174"/>
              </p:ext>
            </p:extLst>
          </p:nvPr>
        </p:nvGraphicFramePr>
        <p:xfrm>
          <a:off x="5206283" y="643466"/>
          <a:ext cx="6290076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1291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643467"/>
            <a:ext cx="2950437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26AA15-1D68-06B7-1239-CA963EED61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9878753"/>
              </p:ext>
            </p:extLst>
          </p:nvPr>
        </p:nvGraphicFramePr>
        <p:xfrm>
          <a:off x="5206283" y="643466"/>
          <a:ext cx="6290076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Thank You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9F186D-C5E4-98CE-B6B0-1792E88AF2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4614269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493</Words>
  <Application>Microsoft Office PowerPoint</Application>
  <PresentationFormat>Custom</PresentationFormat>
  <Paragraphs>78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Dallas Airbnb Revenue Prediction</vt:lpstr>
      <vt:lpstr>Agenda</vt:lpstr>
      <vt:lpstr>Problem Statement</vt:lpstr>
      <vt:lpstr>Data Overview</vt:lpstr>
      <vt:lpstr>Data Cleaning</vt:lpstr>
      <vt:lpstr>Feature Engineering</vt:lpstr>
      <vt:lpstr>Top Neighbourhood Revenue</vt:lpstr>
      <vt:lpstr>Listings On Map </vt:lpstr>
      <vt:lpstr>Room Type vs Revenue</vt:lpstr>
      <vt:lpstr>Correlation Heatmap</vt:lpstr>
      <vt:lpstr>Key EDA Insights</vt:lpstr>
      <vt:lpstr>Modeling Approach</vt:lpstr>
      <vt:lpstr>Model Performance</vt:lpstr>
      <vt:lpstr>Recommendations</vt:lpstr>
      <vt:lpstr>Limitations</vt:lpstr>
      <vt:lpstr>Future Work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eşref selvi</cp:lastModifiedBy>
  <cp:revision>5</cp:revision>
  <dcterms:created xsi:type="dcterms:W3CDTF">2013-01-27T09:14:16Z</dcterms:created>
  <dcterms:modified xsi:type="dcterms:W3CDTF">2025-12-04T22:19:46Z</dcterms:modified>
  <cp:category/>
</cp:coreProperties>
</file>